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e5d8be6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e5d8be6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e5d8be61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e5d8be61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e5d8be61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e5d8be61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8e5d8be61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8e5d8be61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e5d8be61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e5d8be61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e5d8be61b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e5d8be61b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Investing Strategies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Outcomes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Maintain emergency funds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Setting short-term and long-term financial goals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Buy and hold strategy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Dollar-cost averaging (consistent investing over time)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Diversification (don’t put all eggs in one basket)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Asset allocation (balancing stocks, bonds, cash,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Index investing (why it works for most beginners)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Importance of Emergency Funds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81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build financial stability as you begin to invest, having an emergency fund is a necessity. Having money saved helps to: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Protect against unexpected expenses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Prevent debt accumulation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 emotional decision-making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Support risk-taking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liquidity and stability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Rule of Thumb</a:t>
            </a:r>
            <a:r>
              <a:rPr lang="en"/>
              <a:t>: Keep 3-6 months of living expenses in a highly liquid, easily accessible, and low risk account before investing.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Short-Term and Long-Term Financial Goals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etting short-term and long-term financial goals is a key part of financial planning because it gives structure, direction, and motivation to how you manage money.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Having both short and long term goals: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Balances present needs with future security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Motivates consistent financial habits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Guides financial decision-making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Enables better investment and risk strategies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Buy and Hold Strategy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86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highly risk averse investors who are not </a:t>
            </a:r>
            <a:r>
              <a:rPr lang="en"/>
              <a:t>interested</a:t>
            </a:r>
            <a:r>
              <a:rPr lang="en"/>
              <a:t> in active trading, they can use the </a:t>
            </a:r>
            <a:r>
              <a:rPr i="1" lang="en"/>
              <a:t>buy and hold strategy</a:t>
            </a:r>
            <a:r>
              <a:rPr lang="en"/>
              <a:t> for investing. Instead of frequently trading, the idea is to stay invested and let time and compounding work in your favor.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Key components of the buy and hold strategy: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Long-Term Commitment</a:t>
            </a:r>
            <a:r>
              <a:rPr lang="en"/>
              <a:t>: Investors hold assets for years or even decades.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Passive Approach</a:t>
            </a:r>
            <a:r>
              <a:rPr lang="en"/>
              <a:t>: Minimal buying and selling, unlike active trading.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Compounding Growth</a:t>
            </a:r>
            <a:r>
              <a:rPr lang="en"/>
              <a:t>: Earnings (dividends, interest, capital gains) get reinvested, leading to exponential growth over time.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Market Resilience</a:t>
            </a:r>
            <a:r>
              <a:rPr lang="en"/>
              <a:t>: Trust that markets, despite ups and downs, trend upward over the long term.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Diversification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Diversification means essentially “Don’t put all your eggs in one basket”. This concept is one of the most fundamental financial </a:t>
            </a:r>
            <a:r>
              <a:rPr lang="en"/>
              <a:t>strategies</a:t>
            </a:r>
            <a:r>
              <a:rPr lang="en"/>
              <a:t> </a:t>
            </a:r>
            <a:r>
              <a:rPr lang="en"/>
              <a:t>because</a:t>
            </a:r>
            <a:r>
              <a:rPr lang="en"/>
              <a:t> it acts as security and protection for your investments.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Strategic</a:t>
            </a:r>
            <a:r>
              <a:rPr lang="en"/>
              <a:t> importance of diversification: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consistent performance of investments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Captures growth across markets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Reduces risk exposure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Encourages disciplined investing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 Investing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7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 investing is a strategy often used by beginning investors. This is a passive investment strategy where you can invest in a portfolio of companies and their overall performances </a:t>
            </a:r>
            <a:r>
              <a:rPr lang="en"/>
              <a:t>instead</a:t>
            </a:r>
            <a:r>
              <a:rPr lang="en"/>
              <a:t> of individual companies.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example, you can invest in an index fund that replicates S&amp;P 500 (one of the most popular market indexes) which means you would essentially buy a small portion of all of the companies tracked by S&amp;P 500.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Benefits of index investing: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Low cost diversification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Simplicity and accessibility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Long-term growth aligned with the economy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