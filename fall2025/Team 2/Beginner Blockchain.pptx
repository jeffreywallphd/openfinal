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2" name="Google Shape;5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1" name="Google Shape;6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6" name="Google Shape;67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grpSp>
        <p:nvGrpSpPr>
          <p:cNvPr id="12" name="Google Shape;12;p2"/>
          <p:cNvGrpSpPr/>
          <p:nvPr/>
        </p:nvGrpSpPr>
        <p:grpSpPr>
          <a:xfrm>
            <a:off x="-247255" y="-44532"/>
            <a:ext cx="9386888" cy="5192849"/>
            <a:chOff x="-329674" y="-51881"/>
            <a:chExt cx="12515851" cy="6923798"/>
          </a:xfrm>
        </p:grpSpPr>
        <p:sp>
          <p:nvSpPr>
            <p:cNvPr id="13" name="Google Shape;13;p2"/>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14" name="Google Shape;14;p2"/>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15" name="Google Shape;15;p2"/>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16" name="Google Shape;16;p2"/>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17" name="Google Shape;17;p2"/>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18" name="Google Shape;18;p2"/>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19" name="Google Shape;19;p2"/>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0" name="Google Shape;20;p2"/>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1" name="Google Shape;21;p2"/>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2" name="Google Shape;22;p2"/>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3" name="Google Shape;23;p2"/>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4" name="Google Shape;24;p2"/>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5" name="Google Shape;25;p2"/>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6" name="Google Shape;26;p2"/>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7" name="Google Shape;27;p2"/>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8" name="Google Shape;28;p2"/>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29" name="Google Shape;29;p2"/>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0" name="Google Shape;30;p2"/>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1" name="Google Shape;31;p2"/>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grpSp>
        <p:nvGrpSpPr>
          <p:cNvPr id="32" name="Google Shape;32;p2"/>
          <p:cNvGrpSpPr/>
          <p:nvPr/>
        </p:nvGrpSpPr>
        <p:grpSpPr>
          <a:xfrm>
            <a:off x="1251970" y="889863"/>
            <a:ext cx="6636259" cy="3358450"/>
            <a:chOff x="1669293" y="1186483"/>
            <a:chExt cx="8848345" cy="4477933"/>
          </a:xfrm>
        </p:grpSpPr>
        <p:sp>
          <p:nvSpPr>
            <p:cNvPr id="33" name="Google Shape;33;p2"/>
            <p:cNvSpPr/>
            <p:nvPr/>
          </p:nvSpPr>
          <p:spPr>
            <a:xfrm>
              <a:off x="1674042" y="1186483"/>
              <a:ext cx="8843596" cy="7161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34" name="Google Shape;34;p2"/>
            <p:cNvSpPr/>
            <p:nvPr/>
          </p:nvSpPr>
          <p:spPr>
            <a:xfrm rot="10800000">
              <a:off x="5892384" y="5313353"/>
              <a:ext cx="407233" cy="35106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35" name="Google Shape;35;p2"/>
            <p:cNvSpPr/>
            <p:nvPr/>
          </p:nvSpPr>
          <p:spPr>
            <a:xfrm>
              <a:off x="1669293" y="1991156"/>
              <a:ext cx="8845667" cy="332219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36" name="Google Shape;36;p2"/>
          <p:cNvSpPr txBox="1"/>
          <p:nvPr>
            <p:ph type="ctrTitle"/>
          </p:nvPr>
        </p:nvSpPr>
        <p:spPr>
          <a:xfrm>
            <a:off x="1319428" y="1556628"/>
            <a:ext cx="6509936" cy="1311547"/>
          </a:xfrm>
          <a:prstGeom prst="rect">
            <a:avLst/>
          </a:prstGeom>
          <a:noFill/>
          <a:ln>
            <a:noFill/>
          </a:ln>
        </p:spPr>
        <p:txBody>
          <a:bodyPr anchorCtr="0" anchor="b" bIns="0" lIns="228600" spcFirstLastPara="1" rIns="228600" wrap="square" tIns="228600">
            <a:normAutofit/>
          </a:bodyPr>
          <a:lstStyle>
            <a:lvl1pPr lvl="0" algn="ctr">
              <a:lnSpc>
                <a:spcPct val="80000"/>
              </a:lnSpc>
              <a:spcBef>
                <a:spcPts val="0"/>
              </a:spcBef>
              <a:spcAft>
                <a:spcPts val="0"/>
              </a:spcAft>
              <a:buClr>
                <a:srgbClr val="FFFEFF"/>
              </a:buClr>
              <a:buSzPts val="4050"/>
              <a:buFont typeface="Calibri"/>
              <a:buNone/>
              <a:defRPr sz="405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
          <p:cNvSpPr txBox="1"/>
          <p:nvPr>
            <p:ph idx="1" type="subTitle"/>
          </p:nvPr>
        </p:nvSpPr>
        <p:spPr>
          <a:xfrm>
            <a:off x="1319428" y="2929700"/>
            <a:ext cx="6505070" cy="991940"/>
          </a:xfrm>
          <a:prstGeom prst="rect">
            <a:avLst/>
          </a:prstGeom>
          <a:noFill/>
          <a:ln>
            <a:noFill/>
          </a:ln>
        </p:spPr>
        <p:txBody>
          <a:bodyPr anchorCtr="0" anchor="t" bIns="45700" lIns="91425" spcFirstLastPara="1" rIns="91425" wrap="square" tIns="0">
            <a:normAutofit/>
          </a:bodyPr>
          <a:lstStyle>
            <a:lvl1pPr lvl="0" algn="ctr">
              <a:lnSpc>
                <a:spcPct val="100000"/>
              </a:lnSpc>
              <a:spcBef>
                <a:spcPts val="750"/>
              </a:spcBef>
              <a:spcAft>
                <a:spcPts val="0"/>
              </a:spcAft>
              <a:buSzPts val="1485"/>
              <a:buNone/>
              <a:defRPr b="0" sz="1350">
                <a:solidFill>
                  <a:srgbClr val="FFFEFF"/>
                </a:solidFill>
              </a:defRPr>
            </a:lvl1pPr>
            <a:lvl2pPr lvl="1" algn="ctr">
              <a:lnSpc>
                <a:spcPct val="120000"/>
              </a:lnSpc>
              <a:spcBef>
                <a:spcPts val="375"/>
              </a:spcBef>
              <a:spcAft>
                <a:spcPts val="0"/>
              </a:spcAft>
              <a:buSzPts val="1485"/>
              <a:buNone/>
              <a:defRPr sz="1350"/>
            </a:lvl2pPr>
            <a:lvl3pPr lvl="2" algn="ctr">
              <a:lnSpc>
                <a:spcPct val="120000"/>
              </a:lnSpc>
              <a:spcBef>
                <a:spcPts val="375"/>
              </a:spcBef>
              <a:spcAft>
                <a:spcPts val="0"/>
              </a:spcAft>
              <a:buSzPts val="1485"/>
              <a:buNone/>
              <a:defRPr sz="1350"/>
            </a:lvl3pPr>
            <a:lvl4pPr lvl="3" algn="ctr">
              <a:lnSpc>
                <a:spcPct val="120000"/>
              </a:lnSpc>
              <a:spcBef>
                <a:spcPts val="375"/>
              </a:spcBef>
              <a:spcAft>
                <a:spcPts val="0"/>
              </a:spcAft>
              <a:buSzPts val="1320"/>
              <a:buNone/>
              <a:defRPr sz="1200"/>
            </a:lvl4pPr>
            <a:lvl5pPr lvl="4" algn="ctr">
              <a:lnSpc>
                <a:spcPct val="120000"/>
              </a:lnSpc>
              <a:spcBef>
                <a:spcPts val="375"/>
              </a:spcBef>
              <a:spcAft>
                <a:spcPts val="0"/>
              </a:spcAft>
              <a:buSzPts val="1320"/>
              <a:buNone/>
              <a:defRPr sz="1200"/>
            </a:lvl5pPr>
            <a:lvl6pPr lvl="5" algn="ctr">
              <a:lnSpc>
                <a:spcPct val="120000"/>
              </a:lnSpc>
              <a:spcBef>
                <a:spcPts val="375"/>
              </a:spcBef>
              <a:spcAft>
                <a:spcPts val="0"/>
              </a:spcAft>
              <a:buSzPts val="1320"/>
              <a:buNone/>
              <a:defRPr sz="1200"/>
            </a:lvl6pPr>
            <a:lvl7pPr lvl="6" algn="ctr">
              <a:lnSpc>
                <a:spcPct val="120000"/>
              </a:lnSpc>
              <a:spcBef>
                <a:spcPts val="375"/>
              </a:spcBef>
              <a:spcAft>
                <a:spcPts val="0"/>
              </a:spcAft>
              <a:buSzPts val="1320"/>
              <a:buNone/>
              <a:defRPr sz="1200"/>
            </a:lvl7pPr>
            <a:lvl8pPr lvl="7" algn="ctr">
              <a:lnSpc>
                <a:spcPct val="120000"/>
              </a:lnSpc>
              <a:spcBef>
                <a:spcPts val="375"/>
              </a:spcBef>
              <a:spcAft>
                <a:spcPts val="0"/>
              </a:spcAft>
              <a:buSzPts val="1320"/>
              <a:buNone/>
              <a:defRPr sz="1200"/>
            </a:lvl8pPr>
            <a:lvl9pPr lvl="8" algn="ctr">
              <a:lnSpc>
                <a:spcPct val="120000"/>
              </a:lnSpc>
              <a:spcBef>
                <a:spcPts val="375"/>
              </a:spcBef>
              <a:spcAft>
                <a:spcPts val="0"/>
              </a:spcAft>
              <a:buSzPts val="1320"/>
              <a:buNone/>
              <a:defRPr sz="1200"/>
            </a:lvl9pPr>
          </a:lstStyle>
          <a:p/>
        </p:txBody>
      </p:sp>
      <p:sp>
        <p:nvSpPr>
          <p:cNvPr id="38" name="Google Shape;38;p2"/>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1" name="Shape 41"/>
        <p:cNvGrpSpPr/>
        <p:nvPr/>
      </p:nvGrpSpPr>
      <p:grpSpPr>
        <a:xfrm>
          <a:off x="0" y="0"/>
          <a:ext cx="0" cy="0"/>
          <a:chOff x="0" y="0"/>
          <a:chExt cx="0" cy="0"/>
        </a:xfrm>
      </p:grpSpPr>
      <p:sp>
        <p:nvSpPr>
          <p:cNvPr id="42" name="Google Shape;42;p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chemeClr val="dk1"/>
              </a:buClr>
              <a:buSzPts val="4800"/>
              <a:buFont typeface="Calibri"/>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3" name="Google Shape;4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1pPr>
            <a:lvl2pPr indent="0" lvl="1"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2pPr>
            <a:lvl3pPr indent="0" lvl="2"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3pPr>
            <a:lvl4pPr indent="0" lvl="3"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4pPr>
            <a:lvl5pPr indent="0" lvl="4"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5pPr>
            <a:lvl6pPr indent="0" lvl="5"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6pPr>
            <a:lvl7pPr indent="0" lvl="6"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7pPr>
            <a:lvl8pPr indent="0" lvl="7"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8pPr>
            <a:lvl9pPr indent="0" lvl="8"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chemeClr val="dk1"/>
              </a:buClr>
              <a:buSzPts val="3600"/>
              <a:buFont typeface="Calibri"/>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6" name="Google Shape;4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1pPr>
            <a:lvl2pPr indent="0" lvl="1"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2pPr>
            <a:lvl3pPr indent="0" lvl="2"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3pPr>
            <a:lvl4pPr indent="0" lvl="3"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4pPr>
            <a:lvl5pPr indent="0" lvl="4"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5pPr>
            <a:lvl6pPr indent="0" lvl="5"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6pPr>
            <a:lvl7pPr indent="0" lvl="6"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7pPr>
            <a:lvl8pPr indent="0" lvl="7"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8pPr>
            <a:lvl9pPr indent="0" lvl="8"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 name="Shape 47"/>
        <p:cNvGrpSpPr/>
        <p:nvPr/>
      </p:nvGrpSpPr>
      <p:grpSpPr>
        <a:xfrm>
          <a:off x="0" y="0"/>
          <a:ext cx="0" cy="0"/>
          <a:chOff x="0" y="0"/>
          <a:chExt cx="0" cy="0"/>
        </a:xfrm>
      </p:grpSpPr>
      <p:sp>
        <p:nvSpPr>
          <p:cNvPr id="48" name="Google Shape;4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ctr">
              <a:lnSpc>
                <a:spcPct val="85000"/>
              </a:lnSpc>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 name="Google Shape;4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20000"/>
              </a:lnSpc>
              <a:spcBef>
                <a:spcPts val="0"/>
              </a:spcBef>
              <a:spcAft>
                <a:spcPts val="0"/>
              </a:spcAft>
              <a:buSzPts val="1800"/>
              <a:buChar char="●"/>
              <a:defRPr/>
            </a:lvl1pPr>
            <a:lvl2pPr indent="-317500" lvl="1" marL="914400" algn="l">
              <a:lnSpc>
                <a:spcPct val="120000"/>
              </a:lnSpc>
              <a:spcBef>
                <a:spcPts val="0"/>
              </a:spcBef>
              <a:spcAft>
                <a:spcPts val="0"/>
              </a:spcAft>
              <a:buSzPts val="1400"/>
              <a:buChar char="○"/>
              <a:defRPr/>
            </a:lvl2pPr>
            <a:lvl3pPr indent="-317500" lvl="2" marL="1371600" algn="l">
              <a:lnSpc>
                <a:spcPct val="120000"/>
              </a:lnSpc>
              <a:spcBef>
                <a:spcPts val="0"/>
              </a:spcBef>
              <a:spcAft>
                <a:spcPts val="0"/>
              </a:spcAft>
              <a:buSzPts val="1400"/>
              <a:buChar char="■"/>
              <a:defRPr/>
            </a:lvl3pPr>
            <a:lvl4pPr indent="-317500" lvl="3" marL="1828800" algn="l">
              <a:lnSpc>
                <a:spcPct val="120000"/>
              </a:lnSpc>
              <a:spcBef>
                <a:spcPts val="0"/>
              </a:spcBef>
              <a:spcAft>
                <a:spcPts val="0"/>
              </a:spcAft>
              <a:buSzPts val="1400"/>
              <a:buChar char="●"/>
              <a:defRPr/>
            </a:lvl4pPr>
            <a:lvl5pPr indent="-317500" lvl="4" marL="2286000" algn="l">
              <a:lnSpc>
                <a:spcPct val="120000"/>
              </a:lnSpc>
              <a:spcBef>
                <a:spcPts val="0"/>
              </a:spcBef>
              <a:spcAft>
                <a:spcPts val="0"/>
              </a:spcAft>
              <a:buSzPts val="1400"/>
              <a:buChar char="○"/>
              <a:defRPr/>
            </a:lvl5pPr>
            <a:lvl6pPr indent="-317500" lvl="5" marL="2743200" algn="l">
              <a:lnSpc>
                <a:spcPct val="120000"/>
              </a:lnSpc>
              <a:spcBef>
                <a:spcPts val="0"/>
              </a:spcBef>
              <a:spcAft>
                <a:spcPts val="0"/>
              </a:spcAft>
              <a:buSzPts val="1400"/>
              <a:buChar char="■"/>
              <a:defRPr/>
            </a:lvl6pPr>
            <a:lvl7pPr indent="-317500" lvl="6" marL="3200400" algn="l">
              <a:lnSpc>
                <a:spcPct val="120000"/>
              </a:lnSpc>
              <a:spcBef>
                <a:spcPts val="0"/>
              </a:spcBef>
              <a:spcAft>
                <a:spcPts val="0"/>
              </a:spcAft>
              <a:buSzPts val="1400"/>
              <a:buChar char="●"/>
              <a:defRPr/>
            </a:lvl7pPr>
            <a:lvl8pPr indent="-317500" lvl="7" marL="3657600" algn="l">
              <a:lnSpc>
                <a:spcPct val="120000"/>
              </a:lnSpc>
              <a:spcBef>
                <a:spcPts val="0"/>
              </a:spcBef>
              <a:spcAft>
                <a:spcPts val="0"/>
              </a:spcAft>
              <a:buSzPts val="1400"/>
              <a:buChar char="○"/>
              <a:defRPr/>
            </a:lvl8pPr>
            <a:lvl9pPr indent="-317500" lvl="8" marL="4114800" algn="l">
              <a:lnSpc>
                <a:spcPct val="120000"/>
              </a:lnSpc>
              <a:spcBef>
                <a:spcPts val="0"/>
              </a:spcBef>
              <a:spcAft>
                <a:spcPts val="0"/>
              </a:spcAft>
              <a:buSzPts val="1400"/>
              <a:buChar char="■"/>
              <a:defRPr/>
            </a:lvl9pPr>
          </a:lstStyle>
          <a:p/>
        </p:txBody>
      </p:sp>
      <p:sp>
        <p:nvSpPr>
          <p:cNvPr id="50" name="Google Shape;5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1pPr>
            <a:lvl2pPr indent="0" lvl="1"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2pPr>
            <a:lvl3pPr indent="0" lvl="2"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3pPr>
            <a:lvl4pPr indent="0" lvl="3"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4pPr>
            <a:lvl5pPr indent="0" lvl="4"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5pPr>
            <a:lvl6pPr indent="0" lvl="5"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6pPr>
            <a:lvl7pPr indent="0" lvl="6"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7pPr>
            <a:lvl8pPr indent="0" lvl="7"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8pPr>
            <a:lvl9pPr indent="0" lvl="8" marL="0" marR="0" algn="r">
              <a:spcBef>
                <a:spcPts val="0"/>
              </a:spcBef>
              <a:spcAft>
                <a:spcPts val="0"/>
              </a:spcAft>
              <a:buClr>
                <a:srgbClr val="888888"/>
              </a:buClr>
              <a:buSzPts val="750"/>
              <a:buFont typeface="Rockwell"/>
              <a:buNone/>
              <a:defRPr sz="750">
                <a:solidFill>
                  <a:srgbClr val="888888"/>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grpSp>
        <p:nvGrpSpPr>
          <p:cNvPr id="52" name="Google Shape;52;p6"/>
          <p:cNvGrpSpPr/>
          <p:nvPr/>
        </p:nvGrpSpPr>
        <p:grpSpPr>
          <a:xfrm>
            <a:off x="-313135" y="0"/>
            <a:ext cx="9438086" cy="5139929"/>
            <a:chOff x="-417513" y="0"/>
            <a:chExt cx="12584114" cy="6853238"/>
          </a:xfrm>
        </p:grpSpPr>
        <p:sp>
          <p:nvSpPr>
            <p:cNvPr id="53" name="Google Shape;53;p6"/>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 name="Google Shape;74;p6"/>
          <p:cNvGrpSpPr/>
          <p:nvPr/>
        </p:nvGrpSpPr>
        <p:grpSpPr>
          <a:xfrm>
            <a:off x="600108" y="1274692"/>
            <a:ext cx="2755857" cy="2602816"/>
            <a:chOff x="697883" y="1816768"/>
            <a:chExt cx="3674476" cy="3470421"/>
          </a:xfrm>
        </p:grpSpPr>
        <p:sp>
          <p:nvSpPr>
            <p:cNvPr id="75" name="Google Shape;75;p6"/>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6"/>
          <p:cNvSpPr txBox="1"/>
          <p:nvPr>
            <p:ph type="title"/>
          </p:nvPr>
        </p:nvSpPr>
        <p:spPr>
          <a:xfrm>
            <a:off x="666474" y="1762444"/>
            <a:ext cx="2624234" cy="184233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3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6"/>
          <p:cNvSpPr txBox="1"/>
          <p:nvPr>
            <p:ph idx="1" type="body"/>
          </p:nvPr>
        </p:nvSpPr>
        <p:spPr>
          <a:xfrm>
            <a:off x="3838836" y="602389"/>
            <a:ext cx="4711405" cy="3936467"/>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80" name="Google Shape;80;p6"/>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 name="Shape 83"/>
        <p:cNvGrpSpPr/>
        <p:nvPr/>
      </p:nvGrpSpPr>
      <p:grpSpPr>
        <a:xfrm>
          <a:off x="0" y="0"/>
          <a:ext cx="0" cy="0"/>
          <a:chOff x="0" y="0"/>
          <a:chExt cx="0" cy="0"/>
        </a:xfrm>
      </p:grpSpPr>
      <p:grpSp>
        <p:nvGrpSpPr>
          <p:cNvPr id="84" name="Google Shape;84;p7"/>
          <p:cNvGrpSpPr/>
          <p:nvPr/>
        </p:nvGrpSpPr>
        <p:grpSpPr>
          <a:xfrm>
            <a:off x="-247255" y="-44532"/>
            <a:ext cx="9386888" cy="5192849"/>
            <a:chOff x="-329674" y="-51881"/>
            <a:chExt cx="12515851" cy="6923798"/>
          </a:xfrm>
        </p:grpSpPr>
        <p:sp>
          <p:nvSpPr>
            <p:cNvPr id="85" name="Google Shape;85;p7"/>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7"/>
          <p:cNvGrpSpPr/>
          <p:nvPr/>
        </p:nvGrpSpPr>
        <p:grpSpPr>
          <a:xfrm>
            <a:off x="2444659" y="889863"/>
            <a:ext cx="4249609" cy="3358450"/>
            <a:chOff x="3259545" y="1186483"/>
            <a:chExt cx="5666145" cy="4477933"/>
          </a:xfrm>
        </p:grpSpPr>
        <p:sp>
          <p:nvSpPr>
            <p:cNvPr id="105" name="Google Shape;105;p7"/>
            <p:cNvSpPr/>
            <p:nvPr/>
          </p:nvSpPr>
          <p:spPr>
            <a:xfrm>
              <a:off x="3259545" y="1186483"/>
              <a:ext cx="5657881" cy="7161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rot="10800000">
              <a:off x="5892384" y="5313353"/>
              <a:ext cx="407233" cy="35106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3259545" y="1991156"/>
              <a:ext cx="5666145" cy="332219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 name="Google Shape;108;p7"/>
          <p:cNvSpPr txBox="1"/>
          <p:nvPr>
            <p:ph type="title"/>
          </p:nvPr>
        </p:nvSpPr>
        <p:spPr>
          <a:xfrm>
            <a:off x="2508162" y="1556047"/>
            <a:ext cx="4117668" cy="1267043"/>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3300"/>
              <a:buFont typeface="Calibri"/>
              <a:buNone/>
              <a:defRPr sz="33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7"/>
          <p:cNvSpPr txBox="1"/>
          <p:nvPr>
            <p:ph idx="1" type="body"/>
          </p:nvPr>
        </p:nvSpPr>
        <p:spPr>
          <a:xfrm>
            <a:off x="2508162" y="2885138"/>
            <a:ext cx="4117667" cy="1037828"/>
          </a:xfrm>
          <a:prstGeom prst="rect">
            <a:avLst/>
          </a:prstGeom>
          <a:noFill/>
          <a:ln>
            <a:noFill/>
          </a:ln>
        </p:spPr>
        <p:txBody>
          <a:bodyPr anchorCtr="0" anchor="t" bIns="45700" lIns="91425" spcFirstLastPara="1" rIns="91425" wrap="square" tIns="0">
            <a:normAutofit/>
          </a:bodyPr>
          <a:lstStyle>
            <a:lvl1pPr indent="-228600" lvl="0" marL="457200" algn="ctr">
              <a:lnSpc>
                <a:spcPct val="120000"/>
              </a:lnSpc>
              <a:spcBef>
                <a:spcPts val="750"/>
              </a:spcBef>
              <a:spcAft>
                <a:spcPts val="0"/>
              </a:spcAft>
              <a:buSzPts val="1485"/>
              <a:buNone/>
              <a:defRPr sz="1350">
                <a:solidFill>
                  <a:srgbClr val="FFFEFF"/>
                </a:solidFill>
              </a:defRPr>
            </a:lvl1pPr>
            <a:lvl2pPr indent="-228600" lvl="1" marL="914400" algn="l">
              <a:lnSpc>
                <a:spcPct val="120000"/>
              </a:lnSpc>
              <a:spcBef>
                <a:spcPts val="375"/>
              </a:spcBef>
              <a:spcAft>
                <a:spcPts val="0"/>
              </a:spcAft>
              <a:buSzPts val="1485"/>
              <a:buNone/>
              <a:defRPr sz="1350">
                <a:solidFill>
                  <a:srgbClr val="888888"/>
                </a:solidFill>
              </a:defRPr>
            </a:lvl2pPr>
            <a:lvl3pPr indent="-228600" lvl="2" marL="1371600" algn="l">
              <a:lnSpc>
                <a:spcPct val="120000"/>
              </a:lnSpc>
              <a:spcBef>
                <a:spcPts val="375"/>
              </a:spcBef>
              <a:spcAft>
                <a:spcPts val="0"/>
              </a:spcAft>
              <a:buSzPts val="1485"/>
              <a:buNone/>
              <a:defRPr sz="1350">
                <a:solidFill>
                  <a:srgbClr val="888888"/>
                </a:solidFill>
              </a:defRPr>
            </a:lvl3pPr>
            <a:lvl4pPr indent="-228600" lvl="3" marL="1828800" algn="l">
              <a:lnSpc>
                <a:spcPct val="120000"/>
              </a:lnSpc>
              <a:spcBef>
                <a:spcPts val="375"/>
              </a:spcBef>
              <a:spcAft>
                <a:spcPts val="0"/>
              </a:spcAft>
              <a:buSzPts val="1320"/>
              <a:buNone/>
              <a:defRPr sz="1200">
                <a:solidFill>
                  <a:srgbClr val="888888"/>
                </a:solidFill>
              </a:defRPr>
            </a:lvl4pPr>
            <a:lvl5pPr indent="-228600" lvl="4" marL="2286000" algn="l">
              <a:lnSpc>
                <a:spcPct val="120000"/>
              </a:lnSpc>
              <a:spcBef>
                <a:spcPts val="375"/>
              </a:spcBef>
              <a:spcAft>
                <a:spcPts val="0"/>
              </a:spcAft>
              <a:buSzPts val="1320"/>
              <a:buNone/>
              <a:defRPr sz="1200">
                <a:solidFill>
                  <a:srgbClr val="888888"/>
                </a:solidFill>
              </a:defRPr>
            </a:lvl5pPr>
            <a:lvl6pPr indent="-228600" lvl="5" marL="2743200" algn="l">
              <a:lnSpc>
                <a:spcPct val="120000"/>
              </a:lnSpc>
              <a:spcBef>
                <a:spcPts val="375"/>
              </a:spcBef>
              <a:spcAft>
                <a:spcPts val="0"/>
              </a:spcAft>
              <a:buSzPts val="1320"/>
              <a:buNone/>
              <a:defRPr sz="1200">
                <a:solidFill>
                  <a:srgbClr val="888888"/>
                </a:solidFill>
              </a:defRPr>
            </a:lvl6pPr>
            <a:lvl7pPr indent="-228600" lvl="6" marL="3200400" algn="l">
              <a:lnSpc>
                <a:spcPct val="120000"/>
              </a:lnSpc>
              <a:spcBef>
                <a:spcPts val="375"/>
              </a:spcBef>
              <a:spcAft>
                <a:spcPts val="0"/>
              </a:spcAft>
              <a:buSzPts val="1320"/>
              <a:buNone/>
              <a:defRPr sz="1200">
                <a:solidFill>
                  <a:srgbClr val="888888"/>
                </a:solidFill>
              </a:defRPr>
            </a:lvl7pPr>
            <a:lvl8pPr indent="-228600" lvl="7" marL="3657600" algn="l">
              <a:lnSpc>
                <a:spcPct val="120000"/>
              </a:lnSpc>
              <a:spcBef>
                <a:spcPts val="375"/>
              </a:spcBef>
              <a:spcAft>
                <a:spcPts val="0"/>
              </a:spcAft>
              <a:buSzPts val="1320"/>
              <a:buNone/>
              <a:defRPr sz="1200">
                <a:solidFill>
                  <a:srgbClr val="888888"/>
                </a:solidFill>
              </a:defRPr>
            </a:lvl8pPr>
            <a:lvl9pPr indent="-228600" lvl="8" marL="4114800" algn="l">
              <a:lnSpc>
                <a:spcPct val="120000"/>
              </a:lnSpc>
              <a:spcBef>
                <a:spcPts val="375"/>
              </a:spcBef>
              <a:spcAft>
                <a:spcPts val="0"/>
              </a:spcAft>
              <a:buSzPts val="1320"/>
              <a:buNone/>
              <a:defRPr sz="1200">
                <a:solidFill>
                  <a:srgbClr val="888888"/>
                </a:solidFill>
              </a:defRPr>
            </a:lvl9pPr>
          </a:lstStyle>
          <a:p/>
        </p:txBody>
      </p:sp>
      <p:sp>
        <p:nvSpPr>
          <p:cNvPr id="110" name="Google Shape;110;p7"/>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7"/>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grpSp>
        <p:nvGrpSpPr>
          <p:cNvPr id="114" name="Google Shape;114;p8"/>
          <p:cNvGrpSpPr/>
          <p:nvPr/>
        </p:nvGrpSpPr>
        <p:grpSpPr>
          <a:xfrm>
            <a:off x="-313135" y="0"/>
            <a:ext cx="9438086" cy="5139929"/>
            <a:chOff x="-417513" y="0"/>
            <a:chExt cx="12584114" cy="6853238"/>
          </a:xfrm>
        </p:grpSpPr>
        <p:sp>
          <p:nvSpPr>
            <p:cNvPr id="115" name="Google Shape;115;p8"/>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8"/>
          <p:cNvGrpSpPr/>
          <p:nvPr/>
        </p:nvGrpSpPr>
        <p:grpSpPr>
          <a:xfrm>
            <a:off x="600108" y="1274692"/>
            <a:ext cx="2755857" cy="2602816"/>
            <a:chOff x="697883" y="1816768"/>
            <a:chExt cx="3674476" cy="3470421"/>
          </a:xfrm>
        </p:grpSpPr>
        <p:sp>
          <p:nvSpPr>
            <p:cNvPr id="137" name="Google Shape;137;p8"/>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8"/>
          <p:cNvSpPr txBox="1"/>
          <p:nvPr>
            <p:ph type="title"/>
          </p:nvPr>
        </p:nvSpPr>
        <p:spPr>
          <a:xfrm>
            <a:off x="666750" y="1754752"/>
            <a:ext cx="2625621" cy="1852549"/>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3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8"/>
          <p:cNvSpPr txBox="1"/>
          <p:nvPr>
            <p:ph idx="1" type="body"/>
          </p:nvPr>
        </p:nvSpPr>
        <p:spPr>
          <a:xfrm>
            <a:off x="3840659" y="602391"/>
            <a:ext cx="4702193" cy="1786988"/>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42" name="Google Shape;142;p8"/>
          <p:cNvSpPr txBox="1"/>
          <p:nvPr>
            <p:ph idx="2" type="body"/>
          </p:nvPr>
        </p:nvSpPr>
        <p:spPr>
          <a:xfrm>
            <a:off x="3838835" y="2754121"/>
            <a:ext cx="4704017" cy="1787690"/>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43" name="Google Shape;143;p8"/>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8"/>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8"/>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6" name="Shape 146"/>
        <p:cNvGrpSpPr/>
        <p:nvPr/>
      </p:nvGrpSpPr>
      <p:grpSpPr>
        <a:xfrm>
          <a:off x="0" y="0"/>
          <a:ext cx="0" cy="0"/>
          <a:chOff x="0" y="0"/>
          <a:chExt cx="0" cy="0"/>
        </a:xfrm>
      </p:grpSpPr>
      <p:grpSp>
        <p:nvGrpSpPr>
          <p:cNvPr id="147" name="Google Shape;147;p9"/>
          <p:cNvGrpSpPr/>
          <p:nvPr/>
        </p:nvGrpSpPr>
        <p:grpSpPr>
          <a:xfrm>
            <a:off x="-313135" y="0"/>
            <a:ext cx="9438086" cy="5139929"/>
            <a:chOff x="-417513" y="0"/>
            <a:chExt cx="12584114" cy="6853238"/>
          </a:xfrm>
        </p:grpSpPr>
        <p:sp>
          <p:nvSpPr>
            <p:cNvPr id="148" name="Google Shape;148;p9"/>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9"/>
          <p:cNvGrpSpPr/>
          <p:nvPr/>
        </p:nvGrpSpPr>
        <p:grpSpPr>
          <a:xfrm>
            <a:off x="600108" y="1274692"/>
            <a:ext cx="2755857" cy="2602816"/>
            <a:chOff x="697883" y="1816768"/>
            <a:chExt cx="3674476" cy="3470421"/>
          </a:xfrm>
        </p:grpSpPr>
        <p:sp>
          <p:nvSpPr>
            <p:cNvPr id="170" name="Google Shape;170;p9"/>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 name="Google Shape;173;p9"/>
          <p:cNvSpPr txBox="1"/>
          <p:nvPr>
            <p:ph type="title"/>
          </p:nvPr>
        </p:nvSpPr>
        <p:spPr>
          <a:xfrm>
            <a:off x="666751" y="1772937"/>
            <a:ext cx="2625621" cy="1845373"/>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3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9"/>
          <p:cNvSpPr txBox="1"/>
          <p:nvPr>
            <p:ph idx="1" type="body"/>
          </p:nvPr>
        </p:nvSpPr>
        <p:spPr>
          <a:xfrm>
            <a:off x="3843853" y="602389"/>
            <a:ext cx="4698816" cy="51435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750"/>
              </a:spcBef>
              <a:spcAft>
                <a:spcPts val="0"/>
              </a:spcAft>
              <a:buSzPts val="1815"/>
              <a:buNone/>
              <a:defRPr b="0" sz="1650" cap="none">
                <a:solidFill>
                  <a:schemeClr val="accent1"/>
                </a:solidFill>
              </a:defRPr>
            </a:lvl1pPr>
            <a:lvl2pPr indent="-228600" lvl="1" marL="914400" algn="l">
              <a:lnSpc>
                <a:spcPct val="120000"/>
              </a:lnSpc>
              <a:spcBef>
                <a:spcPts val="375"/>
              </a:spcBef>
              <a:spcAft>
                <a:spcPts val="0"/>
              </a:spcAft>
              <a:buSzPts val="1650"/>
              <a:buNone/>
              <a:defRPr b="1" sz="1500"/>
            </a:lvl2pPr>
            <a:lvl3pPr indent="-228600" lvl="2" marL="1371600" algn="l">
              <a:lnSpc>
                <a:spcPct val="120000"/>
              </a:lnSpc>
              <a:spcBef>
                <a:spcPts val="375"/>
              </a:spcBef>
              <a:spcAft>
                <a:spcPts val="0"/>
              </a:spcAft>
              <a:buSzPts val="1485"/>
              <a:buNone/>
              <a:defRPr b="1" sz="1350"/>
            </a:lvl3pPr>
            <a:lvl4pPr indent="-228600" lvl="3" marL="1828800" algn="l">
              <a:lnSpc>
                <a:spcPct val="120000"/>
              </a:lnSpc>
              <a:spcBef>
                <a:spcPts val="375"/>
              </a:spcBef>
              <a:spcAft>
                <a:spcPts val="0"/>
              </a:spcAft>
              <a:buSzPts val="1320"/>
              <a:buNone/>
              <a:defRPr b="1" sz="1200"/>
            </a:lvl4pPr>
            <a:lvl5pPr indent="-228600" lvl="4" marL="2286000" algn="l">
              <a:lnSpc>
                <a:spcPct val="120000"/>
              </a:lnSpc>
              <a:spcBef>
                <a:spcPts val="375"/>
              </a:spcBef>
              <a:spcAft>
                <a:spcPts val="0"/>
              </a:spcAft>
              <a:buSzPts val="1320"/>
              <a:buNone/>
              <a:defRPr b="1" sz="1200"/>
            </a:lvl5pPr>
            <a:lvl6pPr indent="-228600" lvl="5" marL="2743200" algn="l">
              <a:lnSpc>
                <a:spcPct val="120000"/>
              </a:lnSpc>
              <a:spcBef>
                <a:spcPts val="375"/>
              </a:spcBef>
              <a:spcAft>
                <a:spcPts val="0"/>
              </a:spcAft>
              <a:buSzPts val="1320"/>
              <a:buNone/>
              <a:defRPr b="1" sz="1200"/>
            </a:lvl6pPr>
            <a:lvl7pPr indent="-228600" lvl="6" marL="3200400" algn="l">
              <a:lnSpc>
                <a:spcPct val="120000"/>
              </a:lnSpc>
              <a:spcBef>
                <a:spcPts val="375"/>
              </a:spcBef>
              <a:spcAft>
                <a:spcPts val="0"/>
              </a:spcAft>
              <a:buSzPts val="1320"/>
              <a:buNone/>
              <a:defRPr b="1" sz="1200"/>
            </a:lvl7pPr>
            <a:lvl8pPr indent="-228600" lvl="7" marL="3657600" algn="l">
              <a:lnSpc>
                <a:spcPct val="120000"/>
              </a:lnSpc>
              <a:spcBef>
                <a:spcPts val="375"/>
              </a:spcBef>
              <a:spcAft>
                <a:spcPts val="0"/>
              </a:spcAft>
              <a:buSzPts val="1320"/>
              <a:buNone/>
              <a:defRPr b="1" sz="1200"/>
            </a:lvl8pPr>
            <a:lvl9pPr indent="-228600" lvl="8" marL="4114800" algn="l">
              <a:lnSpc>
                <a:spcPct val="120000"/>
              </a:lnSpc>
              <a:spcBef>
                <a:spcPts val="375"/>
              </a:spcBef>
              <a:spcAft>
                <a:spcPts val="0"/>
              </a:spcAft>
              <a:buSzPts val="1320"/>
              <a:buNone/>
              <a:defRPr b="1" sz="1200"/>
            </a:lvl9pPr>
          </a:lstStyle>
          <a:p/>
        </p:txBody>
      </p:sp>
      <p:sp>
        <p:nvSpPr>
          <p:cNvPr id="175" name="Google Shape;175;p9"/>
          <p:cNvSpPr txBox="1"/>
          <p:nvPr>
            <p:ph idx="2" type="body"/>
          </p:nvPr>
        </p:nvSpPr>
        <p:spPr>
          <a:xfrm>
            <a:off x="3843979" y="1116739"/>
            <a:ext cx="4698263" cy="1272640"/>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76" name="Google Shape;176;p9"/>
          <p:cNvSpPr txBox="1"/>
          <p:nvPr>
            <p:ph idx="3" type="body"/>
          </p:nvPr>
        </p:nvSpPr>
        <p:spPr>
          <a:xfrm>
            <a:off x="3838989" y="2749415"/>
            <a:ext cx="4698311" cy="51435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750"/>
              </a:spcBef>
              <a:spcAft>
                <a:spcPts val="0"/>
              </a:spcAft>
              <a:buSzPts val="1815"/>
              <a:buNone/>
              <a:defRPr b="0" sz="1650" cap="none">
                <a:solidFill>
                  <a:schemeClr val="accent1"/>
                </a:solidFill>
              </a:defRPr>
            </a:lvl1pPr>
            <a:lvl2pPr indent="-228600" lvl="1" marL="914400" algn="l">
              <a:lnSpc>
                <a:spcPct val="120000"/>
              </a:lnSpc>
              <a:spcBef>
                <a:spcPts val="375"/>
              </a:spcBef>
              <a:spcAft>
                <a:spcPts val="0"/>
              </a:spcAft>
              <a:buSzPts val="1650"/>
              <a:buNone/>
              <a:defRPr b="1" sz="1500"/>
            </a:lvl2pPr>
            <a:lvl3pPr indent="-228600" lvl="2" marL="1371600" algn="l">
              <a:lnSpc>
                <a:spcPct val="120000"/>
              </a:lnSpc>
              <a:spcBef>
                <a:spcPts val="375"/>
              </a:spcBef>
              <a:spcAft>
                <a:spcPts val="0"/>
              </a:spcAft>
              <a:buSzPts val="1485"/>
              <a:buNone/>
              <a:defRPr b="1" sz="1350"/>
            </a:lvl3pPr>
            <a:lvl4pPr indent="-228600" lvl="3" marL="1828800" algn="l">
              <a:lnSpc>
                <a:spcPct val="120000"/>
              </a:lnSpc>
              <a:spcBef>
                <a:spcPts val="375"/>
              </a:spcBef>
              <a:spcAft>
                <a:spcPts val="0"/>
              </a:spcAft>
              <a:buSzPts val="1320"/>
              <a:buNone/>
              <a:defRPr b="1" sz="1200"/>
            </a:lvl4pPr>
            <a:lvl5pPr indent="-228600" lvl="4" marL="2286000" algn="l">
              <a:lnSpc>
                <a:spcPct val="120000"/>
              </a:lnSpc>
              <a:spcBef>
                <a:spcPts val="375"/>
              </a:spcBef>
              <a:spcAft>
                <a:spcPts val="0"/>
              </a:spcAft>
              <a:buSzPts val="1320"/>
              <a:buNone/>
              <a:defRPr b="1" sz="1200"/>
            </a:lvl5pPr>
            <a:lvl6pPr indent="-228600" lvl="5" marL="2743200" algn="l">
              <a:lnSpc>
                <a:spcPct val="120000"/>
              </a:lnSpc>
              <a:spcBef>
                <a:spcPts val="375"/>
              </a:spcBef>
              <a:spcAft>
                <a:spcPts val="0"/>
              </a:spcAft>
              <a:buSzPts val="1320"/>
              <a:buNone/>
              <a:defRPr b="1" sz="1200"/>
            </a:lvl6pPr>
            <a:lvl7pPr indent="-228600" lvl="6" marL="3200400" algn="l">
              <a:lnSpc>
                <a:spcPct val="120000"/>
              </a:lnSpc>
              <a:spcBef>
                <a:spcPts val="375"/>
              </a:spcBef>
              <a:spcAft>
                <a:spcPts val="0"/>
              </a:spcAft>
              <a:buSzPts val="1320"/>
              <a:buNone/>
              <a:defRPr b="1" sz="1200"/>
            </a:lvl7pPr>
            <a:lvl8pPr indent="-228600" lvl="7" marL="3657600" algn="l">
              <a:lnSpc>
                <a:spcPct val="120000"/>
              </a:lnSpc>
              <a:spcBef>
                <a:spcPts val="375"/>
              </a:spcBef>
              <a:spcAft>
                <a:spcPts val="0"/>
              </a:spcAft>
              <a:buSzPts val="1320"/>
              <a:buNone/>
              <a:defRPr b="1" sz="1200"/>
            </a:lvl8pPr>
            <a:lvl9pPr indent="-228600" lvl="8" marL="4114800" algn="l">
              <a:lnSpc>
                <a:spcPct val="120000"/>
              </a:lnSpc>
              <a:spcBef>
                <a:spcPts val="375"/>
              </a:spcBef>
              <a:spcAft>
                <a:spcPts val="0"/>
              </a:spcAft>
              <a:buSzPts val="1320"/>
              <a:buNone/>
              <a:defRPr b="1" sz="1200"/>
            </a:lvl9pPr>
          </a:lstStyle>
          <a:p/>
        </p:txBody>
      </p:sp>
      <p:sp>
        <p:nvSpPr>
          <p:cNvPr id="177" name="Google Shape;177;p9"/>
          <p:cNvSpPr txBox="1"/>
          <p:nvPr>
            <p:ph idx="4" type="body"/>
          </p:nvPr>
        </p:nvSpPr>
        <p:spPr>
          <a:xfrm>
            <a:off x="3838835" y="3263765"/>
            <a:ext cx="4699191" cy="1278045"/>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178" name="Google Shape;178;p9"/>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9"/>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9"/>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1" name="Shape 181"/>
        <p:cNvGrpSpPr/>
        <p:nvPr/>
      </p:nvGrpSpPr>
      <p:grpSpPr>
        <a:xfrm>
          <a:off x="0" y="0"/>
          <a:ext cx="0" cy="0"/>
          <a:chOff x="0" y="0"/>
          <a:chExt cx="0" cy="0"/>
        </a:xfrm>
      </p:grpSpPr>
      <p:grpSp>
        <p:nvGrpSpPr>
          <p:cNvPr id="182" name="Google Shape;182;p10"/>
          <p:cNvGrpSpPr/>
          <p:nvPr/>
        </p:nvGrpSpPr>
        <p:grpSpPr>
          <a:xfrm>
            <a:off x="-313135" y="0"/>
            <a:ext cx="9438086" cy="5139929"/>
            <a:chOff x="-417513" y="0"/>
            <a:chExt cx="12584114" cy="6853238"/>
          </a:xfrm>
        </p:grpSpPr>
        <p:sp>
          <p:nvSpPr>
            <p:cNvPr id="183" name="Google Shape;183;p10"/>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 name="Google Shape;204;p10"/>
          <p:cNvGrpSpPr/>
          <p:nvPr/>
        </p:nvGrpSpPr>
        <p:grpSpPr>
          <a:xfrm>
            <a:off x="600108" y="1274692"/>
            <a:ext cx="2755857" cy="2602816"/>
            <a:chOff x="697883" y="1816768"/>
            <a:chExt cx="3674476" cy="3470421"/>
          </a:xfrm>
        </p:grpSpPr>
        <p:sp>
          <p:nvSpPr>
            <p:cNvPr id="205" name="Google Shape;205;p10"/>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 name="Google Shape;208;p10"/>
          <p:cNvSpPr txBox="1"/>
          <p:nvPr>
            <p:ph type="title"/>
          </p:nvPr>
        </p:nvSpPr>
        <p:spPr>
          <a:xfrm>
            <a:off x="666474" y="1762444"/>
            <a:ext cx="2625897" cy="184233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3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9" name="Google Shape;209;p10"/>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10"/>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10"/>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2" name="Shape 212"/>
        <p:cNvGrpSpPr/>
        <p:nvPr/>
      </p:nvGrpSpPr>
      <p:grpSpPr>
        <a:xfrm>
          <a:off x="0" y="0"/>
          <a:ext cx="0" cy="0"/>
          <a:chOff x="0" y="0"/>
          <a:chExt cx="0" cy="0"/>
        </a:xfrm>
      </p:grpSpPr>
      <p:sp>
        <p:nvSpPr>
          <p:cNvPr id="213" name="Google Shape;213;p11"/>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11"/>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11"/>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6" name="Shape 216"/>
        <p:cNvGrpSpPr/>
        <p:nvPr/>
      </p:nvGrpSpPr>
      <p:grpSpPr>
        <a:xfrm>
          <a:off x="0" y="0"/>
          <a:ext cx="0" cy="0"/>
          <a:chOff x="0" y="0"/>
          <a:chExt cx="0" cy="0"/>
        </a:xfrm>
      </p:grpSpPr>
      <p:grpSp>
        <p:nvGrpSpPr>
          <p:cNvPr id="217" name="Google Shape;217;p12"/>
          <p:cNvGrpSpPr/>
          <p:nvPr/>
        </p:nvGrpSpPr>
        <p:grpSpPr>
          <a:xfrm>
            <a:off x="-313135" y="0"/>
            <a:ext cx="9438086" cy="5139929"/>
            <a:chOff x="-417513" y="0"/>
            <a:chExt cx="12584114" cy="6853238"/>
          </a:xfrm>
        </p:grpSpPr>
        <p:sp>
          <p:nvSpPr>
            <p:cNvPr id="218" name="Google Shape;218;p12"/>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2"/>
          <p:cNvGrpSpPr/>
          <p:nvPr/>
        </p:nvGrpSpPr>
        <p:grpSpPr>
          <a:xfrm>
            <a:off x="600108" y="1274692"/>
            <a:ext cx="2755857" cy="2602816"/>
            <a:chOff x="697883" y="1816768"/>
            <a:chExt cx="3674476" cy="3470421"/>
          </a:xfrm>
        </p:grpSpPr>
        <p:sp>
          <p:nvSpPr>
            <p:cNvPr id="240" name="Google Shape;240;p12"/>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 name="Google Shape;243;p12"/>
          <p:cNvSpPr txBox="1"/>
          <p:nvPr>
            <p:ph type="title"/>
          </p:nvPr>
        </p:nvSpPr>
        <p:spPr>
          <a:xfrm>
            <a:off x="666474" y="1764019"/>
            <a:ext cx="2625898" cy="917474"/>
          </a:xfrm>
          <a:prstGeom prst="rect">
            <a:avLst/>
          </a:prstGeom>
          <a:noFill/>
          <a:ln>
            <a:noFill/>
          </a:ln>
        </p:spPr>
        <p:txBody>
          <a:bodyPr anchorCtr="0" anchor="b" bIns="0" lIns="228600" spcFirstLastPara="1" rIns="228600" wrap="square" tIns="228600">
            <a:noAutofit/>
          </a:bodyPr>
          <a:lstStyle>
            <a:lvl1pPr lvl="0" algn="ctr">
              <a:lnSpc>
                <a:spcPct val="85000"/>
              </a:lnSpc>
              <a:spcBef>
                <a:spcPts val="0"/>
              </a:spcBef>
              <a:spcAft>
                <a:spcPts val="0"/>
              </a:spcAft>
              <a:buClr>
                <a:srgbClr val="FFFEFF"/>
              </a:buClr>
              <a:buSzPts val="2400"/>
              <a:buFont typeface="Calibri"/>
              <a:buNone/>
              <a:defRPr sz="24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12"/>
          <p:cNvSpPr txBox="1"/>
          <p:nvPr>
            <p:ph idx="1" type="body"/>
          </p:nvPr>
        </p:nvSpPr>
        <p:spPr>
          <a:xfrm>
            <a:off x="3832488" y="602107"/>
            <a:ext cx="4706276" cy="3937455"/>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245" name="Google Shape;245;p12"/>
          <p:cNvSpPr txBox="1"/>
          <p:nvPr>
            <p:ph idx="2" type="body"/>
          </p:nvPr>
        </p:nvSpPr>
        <p:spPr>
          <a:xfrm>
            <a:off x="666474" y="2685140"/>
            <a:ext cx="2625898" cy="915873"/>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750"/>
              </a:spcBef>
              <a:spcAft>
                <a:spcPts val="0"/>
              </a:spcAft>
              <a:buSzPts val="1320"/>
              <a:buNone/>
              <a:defRPr sz="1200">
                <a:solidFill>
                  <a:srgbClr val="FFFEFF"/>
                </a:solidFill>
              </a:defRPr>
            </a:lvl1pPr>
            <a:lvl2pPr indent="-228600" lvl="1" marL="914400" algn="l">
              <a:lnSpc>
                <a:spcPct val="120000"/>
              </a:lnSpc>
              <a:spcBef>
                <a:spcPts val="375"/>
              </a:spcBef>
              <a:spcAft>
                <a:spcPts val="0"/>
              </a:spcAft>
              <a:buSzPts val="1155"/>
              <a:buNone/>
              <a:defRPr sz="1050"/>
            </a:lvl2pPr>
            <a:lvl3pPr indent="-228600" lvl="2" marL="1371600" algn="l">
              <a:lnSpc>
                <a:spcPct val="120000"/>
              </a:lnSpc>
              <a:spcBef>
                <a:spcPts val="375"/>
              </a:spcBef>
              <a:spcAft>
                <a:spcPts val="0"/>
              </a:spcAft>
              <a:buSzPts val="990"/>
              <a:buNone/>
              <a:defRPr sz="900"/>
            </a:lvl3pPr>
            <a:lvl4pPr indent="-228600" lvl="3" marL="1828800" algn="l">
              <a:lnSpc>
                <a:spcPct val="120000"/>
              </a:lnSpc>
              <a:spcBef>
                <a:spcPts val="375"/>
              </a:spcBef>
              <a:spcAft>
                <a:spcPts val="0"/>
              </a:spcAft>
              <a:buSzPts val="825"/>
              <a:buNone/>
              <a:defRPr sz="750"/>
            </a:lvl4pPr>
            <a:lvl5pPr indent="-228600" lvl="4" marL="2286000" algn="l">
              <a:lnSpc>
                <a:spcPct val="120000"/>
              </a:lnSpc>
              <a:spcBef>
                <a:spcPts val="375"/>
              </a:spcBef>
              <a:spcAft>
                <a:spcPts val="0"/>
              </a:spcAft>
              <a:buSzPts val="825"/>
              <a:buNone/>
              <a:defRPr sz="750"/>
            </a:lvl5pPr>
            <a:lvl6pPr indent="-228600" lvl="5" marL="2743200" algn="l">
              <a:lnSpc>
                <a:spcPct val="120000"/>
              </a:lnSpc>
              <a:spcBef>
                <a:spcPts val="375"/>
              </a:spcBef>
              <a:spcAft>
                <a:spcPts val="0"/>
              </a:spcAft>
              <a:buSzPts val="825"/>
              <a:buNone/>
              <a:defRPr sz="750"/>
            </a:lvl6pPr>
            <a:lvl7pPr indent="-228600" lvl="6" marL="3200400" algn="l">
              <a:lnSpc>
                <a:spcPct val="120000"/>
              </a:lnSpc>
              <a:spcBef>
                <a:spcPts val="375"/>
              </a:spcBef>
              <a:spcAft>
                <a:spcPts val="0"/>
              </a:spcAft>
              <a:buSzPts val="825"/>
              <a:buNone/>
              <a:defRPr sz="750"/>
            </a:lvl7pPr>
            <a:lvl8pPr indent="-228600" lvl="7" marL="3657600" algn="l">
              <a:lnSpc>
                <a:spcPct val="120000"/>
              </a:lnSpc>
              <a:spcBef>
                <a:spcPts val="375"/>
              </a:spcBef>
              <a:spcAft>
                <a:spcPts val="0"/>
              </a:spcAft>
              <a:buSzPts val="825"/>
              <a:buNone/>
              <a:defRPr sz="750"/>
            </a:lvl8pPr>
            <a:lvl9pPr indent="-228600" lvl="8" marL="4114800" algn="l">
              <a:lnSpc>
                <a:spcPct val="120000"/>
              </a:lnSpc>
              <a:spcBef>
                <a:spcPts val="375"/>
              </a:spcBef>
              <a:spcAft>
                <a:spcPts val="0"/>
              </a:spcAft>
              <a:buSzPts val="825"/>
              <a:buNone/>
              <a:defRPr sz="750"/>
            </a:lvl9pPr>
          </a:lstStyle>
          <a:p/>
        </p:txBody>
      </p:sp>
      <p:sp>
        <p:nvSpPr>
          <p:cNvPr id="246" name="Google Shape;246;p12"/>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2"/>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12"/>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9" name="Shape 249"/>
        <p:cNvGrpSpPr/>
        <p:nvPr/>
      </p:nvGrpSpPr>
      <p:grpSpPr>
        <a:xfrm>
          <a:off x="0" y="0"/>
          <a:ext cx="0" cy="0"/>
          <a:chOff x="0" y="0"/>
          <a:chExt cx="0" cy="0"/>
        </a:xfrm>
      </p:grpSpPr>
      <p:grpSp>
        <p:nvGrpSpPr>
          <p:cNvPr id="250" name="Google Shape;250;p13"/>
          <p:cNvGrpSpPr/>
          <p:nvPr/>
        </p:nvGrpSpPr>
        <p:grpSpPr>
          <a:xfrm>
            <a:off x="-247255" y="-44532"/>
            <a:ext cx="9386888" cy="5192849"/>
            <a:chOff x="-329674" y="-51881"/>
            <a:chExt cx="12515851" cy="6923798"/>
          </a:xfrm>
        </p:grpSpPr>
        <p:sp>
          <p:nvSpPr>
            <p:cNvPr id="251" name="Google Shape;251;p13"/>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3"/>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13"/>
          <p:cNvGrpSpPr/>
          <p:nvPr/>
        </p:nvGrpSpPr>
        <p:grpSpPr>
          <a:xfrm>
            <a:off x="604002" y="1273749"/>
            <a:ext cx="4456155" cy="2602816"/>
            <a:chOff x="805336" y="1698331"/>
            <a:chExt cx="5941540" cy="3470421"/>
          </a:xfrm>
        </p:grpSpPr>
        <p:sp>
          <p:nvSpPr>
            <p:cNvPr id="271" name="Google Shape;271;p13"/>
            <p:cNvSpPr/>
            <p:nvPr/>
          </p:nvSpPr>
          <p:spPr>
            <a:xfrm>
              <a:off x="805336" y="1698331"/>
              <a:ext cx="5941540"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3"/>
            <p:cNvSpPr/>
            <p:nvPr/>
          </p:nvSpPr>
          <p:spPr>
            <a:xfrm rot="10800000">
              <a:off x="3618113" y="4896349"/>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
            <p:cNvSpPr/>
            <p:nvPr/>
          </p:nvSpPr>
          <p:spPr>
            <a:xfrm>
              <a:off x="805336" y="2274403"/>
              <a:ext cx="5941540"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 name="Google Shape;274;p13"/>
          <p:cNvSpPr/>
          <p:nvPr>
            <p:ph idx="2" type="pic"/>
          </p:nvPr>
        </p:nvSpPr>
        <p:spPr>
          <a:xfrm>
            <a:off x="5657632" y="0"/>
            <a:ext cx="3486368" cy="5143500"/>
          </a:xfrm>
          <a:prstGeom prst="rect">
            <a:avLst/>
          </a:prstGeom>
          <a:solidFill>
            <a:srgbClr val="FEFEFE"/>
          </a:solidFill>
          <a:ln>
            <a:noFill/>
          </a:ln>
        </p:spPr>
      </p:sp>
      <p:sp>
        <p:nvSpPr>
          <p:cNvPr id="275" name="Google Shape;275;p13"/>
          <p:cNvSpPr txBox="1"/>
          <p:nvPr>
            <p:ph type="title"/>
          </p:nvPr>
        </p:nvSpPr>
        <p:spPr>
          <a:xfrm>
            <a:off x="664082" y="1770191"/>
            <a:ext cx="4332485" cy="883524"/>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2700"/>
              <a:buFont typeface="Calibri"/>
              <a:buNone/>
              <a:defRPr sz="27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13"/>
          <p:cNvSpPr txBox="1"/>
          <p:nvPr>
            <p:ph idx="1" type="body"/>
          </p:nvPr>
        </p:nvSpPr>
        <p:spPr>
          <a:xfrm>
            <a:off x="664082" y="2658759"/>
            <a:ext cx="4332485" cy="95564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750"/>
              </a:spcBef>
              <a:spcAft>
                <a:spcPts val="0"/>
              </a:spcAft>
              <a:buSzPts val="1485"/>
              <a:buNone/>
              <a:defRPr sz="1350">
                <a:solidFill>
                  <a:srgbClr val="FFFEFF"/>
                </a:solidFill>
              </a:defRPr>
            </a:lvl1pPr>
            <a:lvl2pPr indent="-228600" lvl="1" marL="914400" algn="l">
              <a:lnSpc>
                <a:spcPct val="120000"/>
              </a:lnSpc>
              <a:spcBef>
                <a:spcPts val="375"/>
              </a:spcBef>
              <a:spcAft>
                <a:spcPts val="0"/>
              </a:spcAft>
              <a:buSzPts val="1155"/>
              <a:buNone/>
              <a:defRPr sz="1050"/>
            </a:lvl2pPr>
            <a:lvl3pPr indent="-228600" lvl="2" marL="1371600" algn="l">
              <a:lnSpc>
                <a:spcPct val="120000"/>
              </a:lnSpc>
              <a:spcBef>
                <a:spcPts val="375"/>
              </a:spcBef>
              <a:spcAft>
                <a:spcPts val="0"/>
              </a:spcAft>
              <a:buSzPts val="990"/>
              <a:buNone/>
              <a:defRPr sz="900"/>
            </a:lvl3pPr>
            <a:lvl4pPr indent="-228600" lvl="3" marL="1828800" algn="l">
              <a:lnSpc>
                <a:spcPct val="120000"/>
              </a:lnSpc>
              <a:spcBef>
                <a:spcPts val="375"/>
              </a:spcBef>
              <a:spcAft>
                <a:spcPts val="0"/>
              </a:spcAft>
              <a:buSzPts val="825"/>
              <a:buNone/>
              <a:defRPr sz="750"/>
            </a:lvl4pPr>
            <a:lvl5pPr indent="-228600" lvl="4" marL="2286000" algn="l">
              <a:lnSpc>
                <a:spcPct val="120000"/>
              </a:lnSpc>
              <a:spcBef>
                <a:spcPts val="375"/>
              </a:spcBef>
              <a:spcAft>
                <a:spcPts val="0"/>
              </a:spcAft>
              <a:buSzPts val="825"/>
              <a:buNone/>
              <a:defRPr sz="750"/>
            </a:lvl5pPr>
            <a:lvl6pPr indent="-228600" lvl="5" marL="2743200" algn="l">
              <a:lnSpc>
                <a:spcPct val="120000"/>
              </a:lnSpc>
              <a:spcBef>
                <a:spcPts val="375"/>
              </a:spcBef>
              <a:spcAft>
                <a:spcPts val="0"/>
              </a:spcAft>
              <a:buSzPts val="825"/>
              <a:buNone/>
              <a:defRPr sz="750"/>
            </a:lvl6pPr>
            <a:lvl7pPr indent="-228600" lvl="6" marL="3200400" algn="l">
              <a:lnSpc>
                <a:spcPct val="120000"/>
              </a:lnSpc>
              <a:spcBef>
                <a:spcPts val="375"/>
              </a:spcBef>
              <a:spcAft>
                <a:spcPts val="0"/>
              </a:spcAft>
              <a:buSzPts val="825"/>
              <a:buNone/>
              <a:defRPr sz="750"/>
            </a:lvl7pPr>
            <a:lvl8pPr indent="-228600" lvl="7" marL="3657600" algn="l">
              <a:lnSpc>
                <a:spcPct val="120000"/>
              </a:lnSpc>
              <a:spcBef>
                <a:spcPts val="375"/>
              </a:spcBef>
              <a:spcAft>
                <a:spcPts val="0"/>
              </a:spcAft>
              <a:buSzPts val="825"/>
              <a:buNone/>
              <a:defRPr sz="750"/>
            </a:lvl8pPr>
            <a:lvl9pPr indent="-228600" lvl="8" marL="4114800" algn="l">
              <a:lnSpc>
                <a:spcPct val="120000"/>
              </a:lnSpc>
              <a:spcBef>
                <a:spcPts val="375"/>
              </a:spcBef>
              <a:spcAft>
                <a:spcPts val="0"/>
              </a:spcAft>
              <a:buSzPts val="825"/>
              <a:buNone/>
              <a:defRPr sz="750"/>
            </a:lvl9pPr>
          </a:lstStyle>
          <a:p/>
        </p:txBody>
      </p:sp>
      <p:sp>
        <p:nvSpPr>
          <p:cNvPr id="277" name="Google Shape;277;p13"/>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13"/>
          <p:cNvSpPr txBox="1"/>
          <p:nvPr>
            <p:ph idx="11" type="ftr"/>
          </p:nvPr>
        </p:nvSpPr>
        <p:spPr>
          <a:xfrm>
            <a:off x="603505" y="4670298"/>
            <a:ext cx="4456652"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9" name="Google Shape;279;p13"/>
          <p:cNvSpPr txBox="1"/>
          <p:nvPr>
            <p:ph idx="12" type="sldNum"/>
          </p:nvPr>
        </p:nvSpPr>
        <p:spPr>
          <a:xfrm>
            <a:off x="4371283"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80" name="Shape 280"/>
        <p:cNvGrpSpPr/>
        <p:nvPr/>
      </p:nvGrpSpPr>
      <p:grpSpPr>
        <a:xfrm>
          <a:off x="0" y="0"/>
          <a:ext cx="0" cy="0"/>
          <a:chOff x="0" y="0"/>
          <a:chExt cx="0" cy="0"/>
        </a:xfrm>
      </p:grpSpPr>
      <p:grpSp>
        <p:nvGrpSpPr>
          <p:cNvPr id="281" name="Google Shape;281;p14"/>
          <p:cNvGrpSpPr/>
          <p:nvPr/>
        </p:nvGrpSpPr>
        <p:grpSpPr>
          <a:xfrm>
            <a:off x="-313135" y="0"/>
            <a:ext cx="9438086" cy="5139929"/>
            <a:chOff x="-417513" y="0"/>
            <a:chExt cx="12584114" cy="6853238"/>
          </a:xfrm>
        </p:grpSpPr>
        <p:sp>
          <p:nvSpPr>
            <p:cNvPr id="282" name="Google Shape;282;p14"/>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4"/>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4"/>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4"/>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4"/>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14"/>
          <p:cNvGrpSpPr/>
          <p:nvPr/>
        </p:nvGrpSpPr>
        <p:grpSpPr>
          <a:xfrm>
            <a:off x="600108" y="1274692"/>
            <a:ext cx="2755857" cy="2602816"/>
            <a:chOff x="697883" y="1816768"/>
            <a:chExt cx="3674476" cy="3470421"/>
          </a:xfrm>
        </p:grpSpPr>
        <p:sp>
          <p:nvSpPr>
            <p:cNvPr id="304" name="Google Shape;304;p14"/>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4"/>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7" name="Google Shape;307;p14"/>
          <p:cNvSpPr txBox="1"/>
          <p:nvPr>
            <p:ph type="title"/>
          </p:nvPr>
        </p:nvSpPr>
        <p:spPr>
          <a:xfrm>
            <a:off x="666474" y="1762444"/>
            <a:ext cx="2625897" cy="1842331"/>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3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14"/>
          <p:cNvSpPr txBox="1"/>
          <p:nvPr>
            <p:ph idx="1" type="body"/>
          </p:nvPr>
        </p:nvSpPr>
        <p:spPr>
          <a:xfrm rot="5400000">
            <a:off x="4214217" y="214310"/>
            <a:ext cx="3942818" cy="4706276"/>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309" name="Google Shape;309;p14"/>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0" name="Google Shape;310;p14"/>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14"/>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2" name="Shape 312"/>
        <p:cNvGrpSpPr/>
        <p:nvPr/>
      </p:nvGrpSpPr>
      <p:grpSpPr>
        <a:xfrm>
          <a:off x="0" y="0"/>
          <a:ext cx="0" cy="0"/>
          <a:chOff x="0" y="0"/>
          <a:chExt cx="0" cy="0"/>
        </a:xfrm>
      </p:grpSpPr>
      <p:grpSp>
        <p:nvGrpSpPr>
          <p:cNvPr id="313" name="Google Shape;313;p15"/>
          <p:cNvGrpSpPr/>
          <p:nvPr/>
        </p:nvGrpSpPr>
        <p:grpSpPr>
          <a:xfrm flipH="1">
            <a:off x="0" y="0"/>
            <a:ext cx="9438086" cy="5139929"/>
            <a:chOff x="-417513" y="0"/>
            <a:chExt cx="12584114" cy="6853238"/>
          </a:xfrm>
        </p:grpSpPr>
        <p:sp>
          <p:nvSpPr>
            <p:cNvPr id="314" name="Google Shape;314;p15"/>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15"/>
          <p:cNvGrpSpPr/>
          <p:nvPr/>
        </p:nvGrpSpPr>
        <p:grpSpPr>
          <a:xfrm>
            <a:off x="5789211" y="1274692"/>
            <a:ext cx="2755857" cy="2602816"/>
            <a:chOff x="697883" y="1816768"/>
            <a:chExt cx="3674476" cy="3470421"/>
          </a:xfrm>
        </p:grpSpPr>
        <p:sp>
          <p:nvSpPr>
            <p:cNvPr id="336" name="Google Shape;336;p15"/>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 name="Google Shape;339;p15"/>
          <p:cNvSpPr txBox="1"/>
          <p:nvPr>
            <p:ph type="title"/>
          </p:nvPr>
        </p:nvSpPr>
        <p:spPr>
          <a:xfrm rot="5400000">
            <a:off x="6247360" y="1370662"/>
            <a:ext cx="1842332" cy="2625896"/>
          </a:xfrm>
          <a:prstGeom prst="rect">
            <a:avLst/>
          </a:prstGeom>
          <a:noFill/>
          <a:ln>
            <a:noFill/>
          </a:ln>
        </p:spPr>
        <p:txBody>
          <a:bodyPr anchorCtr="0" anchor="ctr" bIns="228600" lIns="228600" spcFirstLastPara="1" rIns="228600" wrap="square" tIns="228600">
            <a:normAutofit/>
          </a:bodyPr>
          <a:lstStyle>
            <a:lvl1pPr lvl="0" algn="l">
              <a:lnSpc>
                <a:spcPct val="80000"/>
              </a:lnSpc>
              <a:spcBef>
                <a:spcPts val="0"/>
              </a:spcBef>
              <a:spcAft>
                <a:spcPts val="0"/>
              </a:spcAft>
              <a:buClr>
                <a:srgbClr val="FFFEFF"/>
              </a:buClr>
              <a:buSzPts val="3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0" name="Google Shape;340;p15"/>
          <p:cNvSpPr txBox="1"/>
          <p:nvPr>
            <p:ph idx="1" type="body"/>
          </p:nvPr>
        </p:nvSpPr>
        <p:spPr>
          <a:xfrm rot="5400000">
            <a:off x="981305" y="219589"/>
            <a:ext cx="3942977" cy="4701467"/>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750"/>
              </a:spcBef>
              <a:spcAft>
                <a:spcPts val="0"/>
              </a:spcAft>
              <a:buSzPts val="1980"/>
              <a:buChar char="▪"/>
              <a:defRPr/>
            </a:lvl1pPr>
            <a:lvl2pPr indent="-354330" lvl="1" marL="914400" algn="l">
              <a:lnSpc>
                <a:spcPct val="120000"/>
              </a:lnSpc>
              <a:spcBef>
                <a:spcPts val="375"/>
              </a:spcBef>
              <a:spcAft>
                <a:spcPts val="0"/>
              </a:spcAft>
              <a:buSzPts val="1980"/>
              <a:buChar char="▪"/>
              <a:defRPr/>
            </a:lvl2pPr>
            <a:lvl3pPr indent="-354330" lvl="2" marL="1371600" algn="l">
              <a:lnSpc>
                <a:spcPct val="120000"/>
              </a:lnSpc>
              <a:spcBef>
                <a:spcPts val="375"/>
              </a:spcBef>
              <a:spcAft>
                <a:spcPts val="0"/>
              </a:spcAft>
              <a:buSzPts val="1980"/>
              <a:buChar char="▪"/>
              <a:defRPr/>
            </a:lvl3pPr>
            <a:lvl4pPr indent="-354330" lvl="3" marL="1828800" algn="l">
              <a:lnSpc>
                <a:spcPct val="120000"/>
              </a:lnSpc>
              <a:spcBef>
                <a:spcPts val="375"/>
              </a:spcBef>
              <a:spcAft>
                <a:spcPts val="0"/>
              </a:spcAft>
              <a:buSzPts val="1980"/>
              <a:buChar char="▪"/>
              <a:defRPr/>
            </a:lvl4pPr>
            <a:lvl5pPr indent="-354329" lvl="4" marL="2286000" algn="l">
              <a:lnSpc>
                <a:spcPct val="120000"/>
              </a:lnSpc>
              <a:spcBef>
                <a:spcPts val="375"/>
              </a:spcBef>
              <a:spcAft>
                <a:spcPts val="0"/>
              </a:spcAft>
              <a:buSzPts val="1980"/>
              <a:buChar char="▪"/>
              <a:defRPr/>
            </a:lvl5pPr>
            <a:lvl6pPr indent="-354329" lvl="5" marL="2743200" algn="l">
              <a:lnSpc>
                <a:spcPct val="120000"/>
              </a:lnSpc>
              <a:spcBef>
                <a:spcPts val="375"/>
              </a:spcBef>
              <a:spcAft>
                <a:spcPts val="0"/>
              </a:spcAft>
              <a:buSzPts val="1980"/>
              <a:buChar char="▪"/>
              <a:defRPr/>
            </a:lvl6pPr>
            <a:lvl7pPr indent="-354329" lvl="6" marL="3200400" algn="l">
              <a:lnSpc>
                <a:spcPct val="120000"/>
              </a:lnSpc>
              <a:spcBef>
                <a:spcPts val="375"/>
              </a:spcBef>
              <a:spcAft>
                <a:spcPts val="0"/>
              </a:spcAft>
              <a:buSzPts val="1980"/>
              <a:buChar char="▪"/>
              <a:defRPr/>
            </a:lvl7pPr>
            <a:lvl8pPr indent="-354329" lvl="7" marL="3657600" algn="l">
              <a:lnSpc>
                <a:spcPct val="120000"/>
              </a:lnSpc>
              <a:spcBef>
                <a:spcPts val="375"/>
              </a:spcBef>
              <a:spcAft>
                <a:spcPts val="0"/>
              </a:spcAft>
              <a:buSzPts val="1980"/>
              <a:buChar char="▪"/>
              <a:defRPr/>
            </a:lvl8pPr>
            <a:lvl9pPr indent="-354329" lvl="8" marL="4114800" algn="l">
              <a:lnSpc>
                <a:spcPct val="120000"/>
              </a:lnSpc>
              <a:spcBef>
                <a:spcPts val="375"/>
              </a:spcBef>
              <a:spcAft>
                <a:spcPts val="0"/>
              </a:spcAft>
              <a:buSzPts val="1980"/>
              <a:buChar char="▪"/>
              <a:defRPr/>
            </a:lvl9pPr>
          </a:lstStyle>
          <a:p/>
        </p:txBody>
      </p:sp>
      <p:sp>
        <p:nvSpPr>
          <p:cNvPr id="341" name="Google Shape;341;p15"/>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2" name="Google Shape;342;p15"/>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3" name="Google Shape;343;p15"/>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888888"/>
              </a:buClr>
              <a:buSzPts val="700"/>
              <a:buFont typeface="Rockwell"/>
              <a:buNone/>
              <a:defRPr/>
            </a:lvl1pPr>
            <a:lvl2pPr indent="0" lvl="1" marL="0" algn="r">
              <a:spcBef>
                <a:spcPts val="0"/>
              </a:spcBef>
              <a:spcAft>
                <a:spcPts val="0"/>
              </a:spcAft>
              <a:buClr>
                <a:srgbClr val="888888"/>
              </a:buClr>
              <a:buSzPts val="700"/>
              <a:buFont typeface="Rockwell"/>
              <a:buNone/>
              <a:defRPr/>
            </a:lvl2pPr>
            <a:lvl3pPr indent="0" lvl="2" marL="0" algn="r">
              <a:spcBef>
                <a:spcPts val="0"/>
              </a:spcBef>
              <a:spcAft>
                <a:spcPts val="0"/>
              </a:spcAft>
              <a:buClr>
                <a:srgbClr val="888888"/>
              </a:buClr>
              <a:buSzPts val="700"/>
              <a:buFont typeface="Rockwell"/>
              <a:buNone/>
              <a:defRPr/>
            </a:lvl3pPr>
            <a:lvl4pPr indent="0" lvl="3" marL="0" algn="r">
              <a:spcBef>
                <a:spcPts val="0"/>
              </a:spcBef>
              <a:spcAft>
                <a:spcPts val="0"/>
              </a:spcAft>
              <a:buClr>
                <a:srgbClr val="888888"/>
              </a:buClr>
              <a:buSzPts val="700"/>
              <a:buFont typeface="Rockwell"/>
              <a:buNone/>
              <a:defRPr/>
            </a:lvl4pPr>
            <a:lvl5pPr indent="0" lvl="4" marL="0" algn="r">
              <a:spcBef>
                <a:spcPts val="0"/>
              </a:spcBef>
              <a:spcAft>
                <a:spcPts val="0"/>
              </a:spcAft>
              <a:buClr>
                <a:srgbClr val="888888"/>
              </a:buClr>
              <a:buSzPts val="700"/>
              <a:buFont typeface="Rockwell"/>
              <a:buNone/>
              <a:defRPr/>
            </a:lvl5pPr>
            <a:lvl6pPr indent="0" lvl="5" marL="0" algn="r">
              <a:spcBef>
                <a:spcPts val="0"/>
              </a:spcBef>
              <a:spcAft>
                <a:spcPts val="0"/>
              </a:spcAft>
              <a:buClr>
                <a:srgbClr val="888888"/>
              </a:buClr>
              <a:buSzPts val="700"/>
              <a:buFont typeface="Rockwell"/>
              <a:buNone/>
              <a:defRPr/>
            </a:lvl6pPr>
            <a:lvl7pPr indent="0" lvl="6" marL="0" algn="r">
              <a:spcBef>
                <a:spcPts val="0"/>
              </a:spcBef>
              <a:spcAft>
                <a:spcPts val="0"/>
              </a:spcAft>
              <a:buClr>
                <a:srgbClr val="888888"/>
              </a:buClr>
              <a:buSzPts val="700"/>
              <a:buFont typeface="Rockwell"/>
              <a:buNone/>
              <a:defRPr/>
            </a:lvl7pPr>
            <a:lvl8pPr indent="0" lvl="7" marL="0" algn="r">
              <a:spcBef>
                <a:spcPts val="0"/>
              </a:spcBef>
              <a:spcAft>
                <a:spcPts val="0"/>
              </a:spcAft>
              <a:buClr>
                <a:srgbClr val="888888"/>
              </a:buClr>
              <a:buSzPts val="700"/>
              <a:buFont typeface="Rockwell"/>
              <a:buNone/>
              <a:defRPr/>
            </a:lvl8pPr>
            <a:lvl9pPr indent="0" lvl="8" marL="0" algn="r">
              <a:spcBef>
                <a:spcPts val="0"/>
              </a:spcBef>
              <a:spcAft>
                <a:spcPts val="0"/>
              </a:spcAft>
              <a:buClr>
                <a:srgbClr val="888888"/>
              </a:buClr>
              <a:buSzPts val="700"/>
              <a:buFont typeface="Rockwel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0" name="Shape 350"/>
        <p:cNvGrpSpPr/>
        <p:nvPr/>
      </p:nvGrpSpPr>
      <p:grpSpPr>
        <a:xfrm>
          <a:off x="0" y="0"/>
          <a:ext cx="0" cy="0"/>
          <a:chOff x="0" y="0"/>
          <a:chExt cx="0" cy="0"/>
        </a:xfrm>
      </p:grpSpPr>
      <p:sp>
        <p:nvSpPr>
          <p:cNvPr id="351" name="Google Shape;35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ctr">
              <a:lnSpc>
                <a:spcPct val="85000"/>
              </a:lnSpc>
              <a:spcBef>
                <a:spcPts val="0"/>
              </a:spcBef>
              <a:spcAft>
                <a:spcPts val="0"/>
              </a:spcAft>
              <a:buClr>
                <a:schemeClr val="lt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2" name="Google Shape;352;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20000"/>
              </a:lnSpc>
              <a:spcBef>
                <a:spcPts val="0"/>
              </a:spcBef>
              <a:spcAft>
                <a:spcPts val="0"/>
              </a:spcAft>
              <a:buSzPts val="1800"/>
              <a:buChar char="●"/>
              <a:defRPr/>
            </a:lvl1pPr>
            <a:lvl2pPr indent="-317500" lvl="1" marL="914400" algn="l">
              <a:lnSpc>
                <a:spcPct val="120000"/>
              </a:lnSpc>
              <a:spcBef>
                <a:spcPts val="0"/>
              </a:spcBef>
              <a:spcAft>
                <a:spcPts val="0"/>
              </a:spcAft>
              <a:buSzPts val="1400"/>
              <a:buChar char="○"/>
              <a:defRPr/>
            </a:lvl2pPr>
            <a:lvl3pPr indent="-317500" lvl="2" marL="1371600" algn="l">
              <a:lnSpc>
                <a:spcPct val="120000"/>
              </a:lnSpc>
              <a:spcBef>
                <a:spcPts val="0"/>
              </a:spcBef>
              <a:spcAft>
                <a:spcPts val="0"/>
              </a:spcAft>
              <a:buSzPts val="1400"/>
              <a:buChar char="■"/>
              <a:defRPr/>
            </a:lvl3pPr>
            <a:lvl4pPr indent="-317500" lvl="3" marL="1828800" algn="l">
              <a:lnSpc>
                <a:spcPct val="120000"/>
              </a:lnSpc>
              <a:spcBef>
                <a:spcPts val="0"/>
              </a:spcBef>
              <a:spcAft>
                <a:spcPts val="0"/>
              </a:spcAft>
              <a:buSzPts val="1400"/>
              <a:buChar char="●"/>
              <a:defRPr/>
            </a:lvl4pPr>
            <a:lvl5pPr indent="-317500" lvl="4" marL="2286000" algn="l">
              <a:lnSpc>
                <a:spcPct val="120000"/>
              </a:lnSpc>
              <a:spcBef>
                <a:spcPts val="0"/>
              </a:spcBef>
              <a:spcAft>
                <a:spcPts val="0"/>
              </a:spcAft>
              <a:buSzPts val="1400"/>
              <a:buChar char="○"/>
              <a:defRPr/>
            </a:lvl5pPr>
            <a:lvl6pPr indent="-317500" lvl="5" marL="2743200" algn="l">
              <a:lnSpc>
                <a:spcPct val="120000"/>
              </a:lnSpc>
              <a:spcBef>
                <a:spcPts val="0"/>
              </a:spcBef>
              <a:spcAft>
                <a:spcPts val="0"/>
              </a:spcAft>
              <a:buSzPts val="1400"/>
              <a:buChar char="■"/>
              <a:defRPr/>
            </a:lvl6pPr>
            <a:lvl7pPr indent="-317500" lvl="6" marL="3200400" algn="l">
              <a:lnSpc>
                <a:spcPct val="120000"/>
              </a:lnSpc>
              <a:spcBef>
                <a:spcPts val="0"/>
              </a:spcBef>
              <a:spcAft>
                <a:spcPts val="0"/>
              </a:spcAft>
              <a:buSzPts val="1400"/>
              <a:buChar char="●"/>
              <a:defRPr/>
            </a:lvl7pPr>
            <a:lvl8pPr indent="-317500" lvl="7" marL="3657600" algn="l">
              <a:lnSpc>
                <a:spcPct val="120000"/>
              </a:lnSpc>
              <a:spcBef>
                <a:spcPts val="0"/>
              </a:spcBef>
              <a:spcAft>
                <a:spcPts val="0"/>
              </a:spcAft>
              <a:buSzPts val="1400"/>
              <a:buChar char="○"/>
              <a:defRPr/>
            </a:lvl8pPr>
            <a:lvl9pPr indent="-317500" lvl="8" marL="4114800" algn="l">
              <a:lnSpc>
                <a:spcPct val="120000"/>
              </a:lnSpc>
              <a:spcBef>
                <a:spcPts val="0"/>
              </a:spcBef>
              <a:spcAft>
                <a:spcPts val="0"/>
              </a:spcAft>
              <a:buSzPts val="1400"/>
              <a:buChar char="■"/>
              <a:defRPr/>
            </a:lvl9pPr>
          </a:lstStyle>
          <a:p/>
        </p:txBody>
      </p:sp>
      <p:sp>
        <p:nvSpPr>
          <p:cNvPr id="353" name="Google Shape;35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1pPr>
            <a:lvl2pPr indent="0" lvl="1"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2pPr>
            <a:lvl3pPr indent="0" lvl="2"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3pPr>
            <a:lvl4pPr indent="0" lvl="3"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4pPr>
            <a:lvl5pPr indent="0" lvl="4"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5pPr>
            <a:lvl6pPr indent="0" lvl="5"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6pPr>
            <a:lvl7pPr indent="0" lvl="6"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7pPr>
            <a:lvl8pPr indent="0" lvl="7"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8pPr>
            <a:lvl9pPr indent="0" lvl="8" marL="0" marR="0" algn="r">
              <a:spcBef>
                <a:spcPts val="0"/>
              </a:spcBef>
              <a:spcAft>
                <a:spcPts val="0"/>
              </a:spcAft>
              <a:buClr>
                <a:schemeClr val="lt1"/>
              </a:buClr>
              <a:buSzPts val="750"/>
              <a:buFont typeface="Rockwell"/>
              <a:buNone/>
              <a:defRPr sz="750">
                <a:solidFill>
                  <a:schemeClr val="lt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68371" y="1768794"/>
            <a:ext cx="2624000" cy="1842364"/>
          </a:xfrm>
          <a:prstGeom prst="rect">
            <a:avLst/>
          </a:prstGeom>
          <a:noFill/>
          <a:ln>
            <a:noFill/>
          </a:ln>
        </p:spPr>
        <p:txBody>
          <a:bodyPr anchorCtr="0" anchor="ctr" bIns="228600" lIns="228600" spcFirstLastPara="1" rIns="228600" wrap="square" tIns="228600">
            <a:normAutofit/>
          </a:bodyPr>
          <a:lstStyle>
            <a:lvl1pPr lvl="0" marR="0" rtl="0" algn="ctr">
              <a:lnSpc>
                <a:spcPct val="85000"/>
              </a:lnSpc>
              <a:spcBef>
                <a:spcPts val="0"/>
              </a:spcBef>
              <a:spcAft>
                <a:spcPts val="0"/>
              </a:spcAft>
              <a:buClr>
                <a:schemeClr val="dk1"/>
              </a:buClr>
              <a:buSzPts val="3000"/>
              <a:buFont typeface="Calibri"/>
              <a:buNone/>
              <a:defRPr b="0" i="0" sz="3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076237" y="596039"/>
            <a:ext cx="4462527" cy="3942818"/>
          </a:xfrm>
          <a:prstGeom prst="rect">
            <a:avLst/>
          </a:prstGeom>
          <a:noFill/>
          <a:ln>
            <a:noFill/>
          </a:ln>
        </p:spPr>
        <p:txBody>
          <a:bodyPr anchorCtr="0" anchor="t" bIns="45700" lIns="91425" spcFirstLastPara="1" rIns="91425" wrap="square" tIns="45700">
            <a:normAutofit/>
          </a:bodyPr>
          <a:lstStyle>
            <a:lvl1pPr indent="-322897" lvl="0" marL="457200" marR="0" rtl="0" algn="l">
              <a:lnSpc>
                <a:spcPct val="120000"/>
              </a:lnSpc>
              <a:spcBef>
                <a:spcPts val="750"/>
              </a:spcBef>
              <a:spcAft>
                <a:spcPts val="0"/>
              </a:spcAft>
              <a:buClr>
                <a:schemeClr val="accent1"/>
              </a:buClr>
              <a:buSzPts val="1485"/>
              <a:buFont typeface="Noto Sans Symbols"/>
              <a:buChar char="▪"/>
              <a:defRPr b="0" i="0" sz="1350" u="none" cap="none" strike="noStrike">
                <a:solidFill>
                  <a:schemeClr val="dk1"/>
                </a:solidFill>
                <a:latin typeface="Rockwell"/>
                <a:ea typeface="Rockwell"/>
                <a:cs typeface="Rockwell"/>
                <a:sym typeface="Rockwell"/>
              </a:defRPr>
            </a:lvl1pPr>
            <a:lvl2pPr indent="-312419" lvl="1" marL="9144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2pPr>
            <a:lvl3pPr indent="-301942" lvl="2" marL="1371600" marR="0" rtl="0" algn="l">
              <a:lnSpc>
                <a:spcPct val="120000"/>
              </a:lnSpc>
              <a:spcBef>
                <a:spcPts val="375"/>
              </a:spcBef>
              <a:spcAft>
                <a:spcPts val="0"/>
              </a:spcAft>
              <a:buClr>
                <a:schemeClr val="accent1"/>
              </a:buClr>
              <a:buSzPts val="1155"/>
              <a:buFont typeface="Noto Sans Symbols"/>
              <a:buChar char="▪"/>
              <a:defRPr b="0" i="0" sz="1050" u="none" cap="none" strike="noStrike">
                <a:solidFill>
                  <a:schemeClr val="dk1"/>
                </a:solidFill>
                <a:latin typeface="Rockwell"/>
                <a:ea typeface="Rockwell"/>
                <a:cs typeface="Rockwell"/>
                <a:sym typeface="Rockwell"/>
              </a:defRPr>
            </a:lvl3pPr>
            <a:lvl4pPr indent="-291464" lvl="3" marL="18288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4pPr>
            <a:lvl5pPr indent="-291464" lvl="4" marL="22860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5pPr>
            <a:lvl6pPr indent="-291464" lvl="5" marL="27432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6pPr>
            <a:lvl7pPr indent="-291464" lvl="6" marL="32004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7pPr>
            <a:lvl8pPr indent="-291465" lvl="7" marL="36576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8pPr>
            <a:lvl9pPr indent="-291465" lvl="8" marL="41148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dk1"/>
                </a:solidFill>
                <a:latin typeface="Rockwell"/>
                <a:ea typeface="Rockwell"/>
                <a:cs typeface="Rockwell"/>
                <a:sym typeface="Rockwell"/>
              </a:defRPr>
            </a:lvl9pPr>
          </a:lstStyle>
          <a:p/>
        </p:txBody>
      </p:sp>
      <p:sp>
        <p:nvSpPr>
          <p:cNvPr id="8" name="Google Shape;8;p1"/>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5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9" name="Google Shape;9;p1"/>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75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10" name="Google Shape;10;p1"/>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1pPr>
            <a:lvl2pPr indent="0" lvl="1"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2pPr>
            <a:lvl3pPr indent="0" lvl="2"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3pPr>
            <a:lvl4pPr indent="0" lvl="3"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4pPr>
            <a:lvl5pPr indent="0" lvl="4"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5pPr>
            <a:lvl6pPr indent="0" lvl="5"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6pPr>
            <a:lvl7pPr indent="0" lvl="6"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7pPr>
            <a:lvl8pPr indent="0" lvl="7"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8pPr>
            <a:lvl9pPr indent="0" lvl="8" marL="0" marR="0" rtl="0" algn="r">
              <a:spcBef>
                <a:spcPts val="0"/>
              </a:spcBef>
              <a:spcAft>
                <a:spcPts val="0"/>
              </a:spcAft>
              <a:buClr>
                <a:srgbClr val="888888"/>
              </a:buClr>
              <a:buSzPts val="750"/>
              <a:buFont typeface="Rockwell"/>
              <a:buNone/>
              <a:defRPr b="0" i="0" sz="750" u="none" cap="none" strike="noStrike">
                <a:solidFill>
                  <a:srgbClr val="888888"/>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4" name="Shape 344"/>
        <p:cNvGrpSpPr/>
        <p:nvPr/>
      </p:nvGrpSpPr>
      <p:grpSpPr>
        <a:xfrm>
          <a:off x="0" y="0"/>
          <a:ext cx="0" cy="0"/>
          <a:chOff x="0" y="0"/>
          <a:chExt cx="0" cy="0"/>
        </a:xfrm>
      </p:grpSpPr>
      <p:sp>
        <p:nvSpPr>
          <p:cNvPr id="345" name="Google Shape;345;p16"/>
          <p:cNvSpPr txBox="1"/>
          <p:nvPr>
            <p:ph type="title"/>
          </p:nvPr>
        </p:nvSpPr>
        <p:spPr>
          <a:xfrm>
            <a:off x="668371" y="1768794"/>
            <a:ext cx="2624000" cy="1842364"/>
          </a:xfrm>
          <a:prstGeom prst="rect">
            <a:avLst/>
          </a:prstGeom>
          <a:noFill/>
          <a:ln>
            <a:noFill/>
          </a:ln>
        </p:spPr>
        <p:txBody>
          <a:bodyPr anchorCtr="0" anchor="ctr" bIns="228600" lIns="228600" spcFirstLastPara="1" rIns="228600" wrap="square" tIns="228600">
            <a:normAutofit/>
          </a:bodyPr>
          <a:lstStyle>
            <a:lvl1pPr lvl="0" marR="0" rtl="0" algn="ctr">
              <a:lnSpc>
                <a:spcPct val="8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6" name="Google Shape;346;p16"/>
          <p:cNvSpPr txBox="1"/>
          <p:nvPr>
            <p:ph idx="1" type="body"/>
          </p:nvPr>
        </p:nvSpPr>
        <p:spPr>
          <a:xfrm>
            <a:off x="4076237" y="596039"/>
            <a:ext cx="4462527" cy="3942818"/>
          </a:xfrm>
          <a:prstGeom prst="rect">
            <a:avLst/>
          </a:prstGeom>
          <a:noFill/>
          <a:ln>
            <a:noFill/>
          </a:ln>
        </p:spPr>
        <p:txBody>
          <a:bodyPr anchorCtr="0" anchor="t" bIns="45700" lIns="91425" spcFirstLastPara="1" rIns="91425" wrap="square" tIns="45700">
            <a:normAutofit/>
          </a:bodyPr>
          <a:lstStyle>
            <a:lvl1pPr indent="-322897" lvl="0" marL="457200" marR="0" rtl="0" algn="l">
              <a:lnSpc>
                <a:spcPct val="120000"/>
              </a:lnSpc>
              <a:spcBef>
                <a:spcPts val="750"/>
              </a:spcBef>
              <a:spcAft>
                <a:spcPts val="0"/>
              </a:spcAft>
              <a:buClr>
                <a:schemeClr val="accent1"/>
              </a:buClr>
              <a:buSzPts val="1485"/>
              <a:buFont typeface="Noto Sans Symbols"/>
              <a:buChar char="▪"/>
              <a:defRPr b="0" i="0" sz="1350" u="none" cap="none" strike="noStrike">
                <a:solidFill>
                  <a:schemeClr val="lt1"/>
                </a:solidFill>
                <a:latin typeface="Rockwell"/>
                <a:ea typeface="Rockwell"/>
                <a:cs typeface="Rockwell"/>
                <a:sym typeface="Rockwell"/>
              </a:defRPr>
            </a:lvl1pPr>
            <a:lvl2pPr indent="-312419" lvl="1" marL="914400" marR="0" rtl="0" algn="l">
              <a:lnSpc>
                <a:spcPct val="120000"/>
              </a:lnSpc>
              <a:spcBef>
                <a:spcPts val="375"/>
              </a:spcBef>
              <a:spcAft>
                <a:spcPts val="0"/>
              </a:spcAft>
              <a:buClr>
                <a:schemeClr val="accent1"/>
              </a:buClr>
              <a:buSzPts val="1320"/>
              <a:buFont typeface="Noto Sans Symbols"/>
              <a:buChar char="▪"/>
              <a:defRPr b="0" i="0" sz="1200" u="none" cap="none" strike="noStrike">
                <a:solidFill>
                  <a:schemeClr val="lt1"/>
                </a:solidFill>
                <a:latin typeface="Rockwell"/>
                <a:ea typeface="Rockwell"/>
                <a:cs typeface="Rockwell"/>
                <a:sym typeface="Rockwell"/>
              </a:defRPr>
            </a:lvl2pPr>
            <a:lvl3pPr indent="-301942" lvl="2" marL="1371600" marR="0" rtl="0" algn="l">
              <a:lnSpc>
                <a:spcPct val="120000"/>
              </a:lnSpc>
              <a:spcBef>
                <a:spcPts val="375"/>
              </a:spcBef>
              <a:spcAft>
                <a:spcPts val="0"/>
              </a:spcAft>
              <a:buClr>
                <a:schemeClr val="accent1"/>
              </a:buClr>
              <a:buSzPts val="1155"/>
              <a:buFont typeface="Noto Sans Symbols"/>
              <a:buChar char="▪"/>
              <a:defRPr b="0" i="0" sz="1050" u="none" cap="none" strike="noStrike">
                <a:solidFill>
                  <a:schemeClr val="lt1"/>
                </a:solidFill>
                <a:latin typeface="Rockwell"/>
                <a:ea typeface="Rockwell"/>
                <a:cs typeface="Rockwell"/>
                <a:sym typeface="Rockwell"/>
              </a:defRPr>
            </a:lvl3pPr>
            <a:lvl4pPr indent="-291464" lvl="3" marL="18288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4pPr>
            <a:lvl5pPr indent="-291464" lvl="4" marL="22860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5pPr>
            <a:lvl6pPr indent="-291464" lvl="5" marL="27432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6pPr>
            <a:lvl7pPr indent="-291464" lvl="6" marL="32004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7pPr>
            <a:lvl8pPr indent="-291465" lvl="7" marL="36576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8pPr>
            <a:lvl9pPr indent="-291465" lvl="8" marL="4114800" marR="0" rtl="0" algn="l">
              <a:lnSpc>
                <a:spcPct val="120000"/>
              </a:lnSpc>
              <a:spcBef>
                <a:spcPts val="375"/>
              </a:spcBef>
              <a:spcAft>
                <a:spcPts val="0"/>
              </a:spcAft>
              <a:buClr>
                <a:schemeClr val="accent1"/>
              </a:buClr>
              <a:buSzPts val="990"/>
              <a:buFont typeface="Noto Sans Symbols"/>
              <a:buChar char="▪"/>
              <a:defRPr b="0" i="0" sz="900" u="none" cap="none" strike="noStrike">
                <a:solidFill>
                  <a:schemeClr val="lt1"/>
                </a:solidFill>
                <a:latin typeface="Rockwell"/>
                <a:ea typeface="Rockwell"/>
                <a:cs typeface="Rockwell"/>
                <a:sym typeface="Rockwell"/>
              </a:defRPr>
            </a:lvl9pPr>
          </a:lstStyle>
          <a:p/>
        </p:txBody>
      </p:sp>
      <p:sp>
        <p:nvSpPr>
          <p:cNvPr id="347" name="Google Shape;347;p16"/>
          <p:cNvSpPr txBox="1"/>
          <p:nvPr>
            <p:ph idx="10" type="dt"/>
          </p:nvPr>
        </p:nvSpPr>
        <p:spPr>
          <a:xfrm>
            <a:off x="603504" y="240030"/>
            <a:ext cx="2743200" cy="24003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750">
                <a:solidFill>
                  <a:schemeClr val="lt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348" name="Google Shape;348;p16"/>
          <p:cNvSpPr txBox="1"/>
          <p:nvPr>
            <p:ph idx="11" type="ftr"/>
          </p:nvPr>
        </p:nvSpPr>
        <p:spPr>
          <a:xfrm>
            <a:off x="603504" y="4670298"/>
            <a:ext cx="7941564" cy="24003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750">
                <a:solidFill>
                  <a:schemeClr val="lt1"/>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lt1"/>
                </a:solidFill>
                <a:latin typeface="Rockwell"/>
                <a:ea typeface="Rockwell"/>
                <a:cs typeface="Rockwell"/>
                <a:sym typeface="Rockwell"/>
              </a:defRPr>
            </a:lvl9pPr>
          </a:lstStyle>
          <a:p/>
        </p:txBody>
      </p:sp>
      <p:sp>
        <p:nvSpPr>
          <p:cNvPr id="349" name="Google Shape;349;p16"/>
          <p:cNvSpPr txBox="1"/>
          <p:nvPr>
            <p:ph idx="12" type="sldNum"/>
          </p:nvPr>
        </p:nvSpPr>
        <p:spPr>
          <a:xfrm>
            <a:off x="7852410" y="240030"/>
            <a:ext cx="685800" cy="24003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1pPr>
            <a:lvl2pPr indent="0" lvl="1"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2pPr>
            <a:lvl3pPr indent="0" lvl="2"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3pPr>
            <a:lvl4pPr indent="0" lvl="3"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4pPr>
            <a:lvl5pPr indent="0" lvl="4"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5pPr>
            <a:lvl6pPr indent="0" lvl="5"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6pPr>
            <a:lvl7pPr indent="0" lvl="6"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7pPr>
            <a:lvl8pPr indent="0" lvl="7"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8pPr>
            <a:lvl9pPr indent="0" lvl="8" marL="0" marR="0" rtl="0" algn="r">
              <a:spcBef>
                <a:spcPts val="0"/>
              </a:spcBef>
              <a:spcAft>
                <a:spcPts val="0"/>
              </a:spcAft>
              <a:buClr>
                <a:schemeClr val="lt1"/>
              </a:buClr>
              <a:buSzPts val="750"/>
              <a:buFont typeface="Rockwell"/>
              <a:buNone/>
              <a:defRPr b="0" sz="750" u="none">
                <a:solidFill>
                  <a:schemeClr val="lt1"/>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7" name="Shape 357"/>
        <p:cNvGrpSpPr/>
        <p:nvPr/>
      </p:nvGrpSpPr>
      <p:grpSpPr>
        <a:xfrm>
          <a:off x="0" y="0"/>
          <a:ext cx="0" cy="0"/>
          <a:chOff x="0" y="0"/>
          <a:chExt cx="0" cy="0"/>
        </a:xfrm>
      </p:grpSpPr>
      <p:sp>
        <p:nvSpPr>
          <p:cNvPr id="358" name="Google Shape;358;p18"/>
          <p:cNvSpPr/>
          <p:nvPr/>
        </p:nvSpPr>
        <p:spPr>
          <a:xfrm>
            <a:off x="0" y="0"/>
            <a:ext cx="9144000" cy="515190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nvGrpSpPr>
          <p:cNvPr id="359" name="Google Shape;359;p18"/>
          <p:cNvGrpSpPr/>
          <p:nvPr/>
        </p:nvGrpSpPr>
        <p:grpSpPr>
          <a:xfrm>
            <a:off x="-247255" y="-44532"/>
            <a:ext cx="9386886" cy="5192848"/>
            <a:chOff x="-329674" y="-51881"/>
            <a:chExt cx="12515851" cy="6923798"/>
          </a:xfrm>
        </p:grpSpPr>
        <p:sp>
          <p:nvSpPr>
            <p:cNvPr id="360" name="Google Shape;360;p18"/>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1" name="Google Shape;361;p18"/>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2" name="Google Shape;362;p18"/>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9803"/>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3" name="Google Shape;363;p18"/>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4" name="Google Shape;364;p18"/>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5" name="Google Shape;365;p18"/>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6" name="Google Shape;366;p18"/>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7" name="Google Shape;367;p18"/>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8" name="Google Shape;368;p18"/>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9803"/>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69" name="Google Shape;369;p18"/>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9803"/>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0" name="Google Shape;370;p18"/>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9803"/>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1" name="Google Shape;371;p18"/>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9803"/>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2" name="Google Shape;372;p18"/>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3" name="Google Shape;373;p18"/>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4" name="Google Shape;374;p18"/>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5" name="Google Shape;375;p18"/>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6" name="Google Shape;376;p18"/>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7" name="Google Shape;377;p18"/>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9803"/>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78" name="Google Shape;378;p18"/>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9803"/>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sp>
        <p:nvSpPr>
          <p:cNvPr id="379" name="Google Shape;379;p18"/>
          <p:cNvSpPr/>
          <p:nvPr/>
        </p:nvSpPr>
        <p:spPr>
          <a:xfrm>
            <a:off x="0" y="0"/>
            <a:ext cx="9144000" cy="5143500"/>
          </a:xfrm>
          <a:prstGeom prst="rect">
            <a:avLst/>
          </a:prstGeom>
          <a:gradFill>
            <a:gsLst>
              <a:gs pos="0">
                <a:srgbClr val="F2F2F2">
                  <a:alpha val="11764"/>
                </a:srgbClr>
              </a:gs>
              <a:gs pos="100000">
                <a:srgbClr val="454545">
                  <a:alpha val="37647"/>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80" name="Google Shape;380;p18"/>
          <p:cNvSpPr txBox="1"/>
          <p:nvPr>
            <p:ph type="ctrTitle"/>
          </p:nvPr>
        </p:nvSpPr>
        <p:spPr>
          <a:xfrm>
            <a:off x="605790" y="570622"/>
            <a:ext cx="5163183" cy="4002255"/>
          </a:xfrm>
          <a:prstGeom prst="rect">
            <a:avLst/>
          </a:prstGeom>
          <a:noFill/>
          <a:ln>
            <a:noFill/>
          </a:ln>
        </p:spPr>
        <p:txBody>
          <a:bodyPr anchorCtr="0" anchor="ctr" bIns="91425" lIns="91425" spcFirstLastPara="1" rIns="91425" wrap="square" tIns="91425">
            <a:normAutofit/>
          </a:bodyPr>
          <a:lstStyle/>
          <a:p>
            <a:pPr indent="0" lvl="0" marL="0" rtl="0" algn="ctr">
              <a:lnSpc>
                <a:spcPct val="80000"/>
              </a:lnSpc>
              <a:spcBef>
                <a:spcPts val="0"/>
              </a:spcBef>
              <a:spcAft>
                <a:spcPts val="0"/>
              </a:spcAft>
              <a:buClr>
                <a:schemeClr val="dk1"/>
              </a:buClr>
              <a:buSzPts val="1100"/>
              <a:buFont typeface="Arial"/>
              <a:buNone/>
            </a:pPr>
            <a:r>
              <a:rPr b="1" lang="en-US" sz="6600">
                <a:solidFill>
                  <a:schemeClr val="dk1"/>
                </a:solidFill>
              </a:rPr>
              <a:t>Beginner Blockchain</a:t>
            </a:r>
            <a:endParaRPr/>
          </a:p>
          <a:p>
            <a:pPr indent="0" lvl="0" marL="0" rtl="0" algn="r">
              <a:lnSpc>
                <a:spcPct val="80000"/>
              </a:lnSpc>
              <a:spcBef>
                <a:spcPts val="0"/>
              </a:spcBef>
              <a:spcAft>
                <a:spcPts val="0"/>
              </a:spcAft>
              <a:buClr>
                <a:srgbClr val="FFFEFF"/>
              </a:buClr>
              <a:buSzPts val="6600"/>
              <a:buFont typeface="Calibri"/>
              <a:buNone/>
            </a:pPr>
            <a:r>
              <a:t/>
            </a:r>
            <a:endParaRPr sz="6600">
              <a:solidFill>
                <a:schemeClr val="dk1"/>
              </a:solidFill>
            </a:endParaRPr>
          </a:p>
        </p:txBody>
      </p:sp>
      <p:sp>
        <p:nvSpPr>
          <p:cNvPr id="381" name="Google Shape;381;p18"/>
          <p:cNvSpPr txBox="1"/>
          <p:nvPr>
            <p:ph idx="1" type="subTitle"/>
          </p:nvPr>
        </p:nvSpPr>
        <p:spPr>
          <a:xfrm>
            <a:off x="6239016" y="570622"/>
            <a:ext cx="2299193" cy="4002255"/>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980"/>
              <a:buNone/>
            </a:pPr>
            <a:r>
              <a:t/>
            </a:r>
            <a:endParaRPr sz="1800">
              <a:solidFill>
                <a:schemeClr val="dk1"/>
              </a:solidFill>
            </a:endParaRPr>
          </a:p>
        </p:txBody>
      </p:sp>
      <p:sp>
        <p:nvSpPr>
          <p:cNvPr id="382" name="Google Shape;382;p18"/>
          <p:cNvSpPr/>
          <p:nvPr/>
        </p:nvSpPr>
        <p:spPr>
          <a:xfrm rot="5400000">
            <a:off x="6018987" y="2507082"/>
            <a:ext cx="150030" cy="129336"/>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6" name="Shape 386"/>
        <p:cNvGrpSpPr/>
        <p:nvPr/>
      </p:nvGrpSpPr>
      <p:grpSpPr>
        <a:xfrm>
          <a:off x="0" y="0"/>
          <a:ext cx="0" cy="0"/>
          <a:chOff x="0" y="0"/>
          <a:chExt cx="0" cy="0"/>
        </a:xfrm>
      </p:grpSpPr>
      <p:grpSp>
        <p:nvGrpSpPr>
          <p:cNvPr id="387" name="Google Shape;387;p19"/>
          <p:cNvGrpSpPr/>
          <p:nvPr/>
        </p:nvGrpSpPr>
        <p:grpSpPr>
          <a:xfrm>
            <a:off x="-313134" y="0"/>
            <a:ext cx="9438087" cy="5139928"/>
            <a:chOff x="-417513" y="0"/>
            <a:chExt cx="12584114" cy="6853238"/>
          </a:xfrm>
        </p:grpSpPr>
        <p:sp>
          <p:nvSpPr>
            <p:cNvPr id="388" name="Google Shape;388;p19"/>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89" name="Google Shape;389;p19"/>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0" name="Google Shape;390;p19"/>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1" name="Google Shape;391;p19"/>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2" name="Google Shape;392;p19"/>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3" name="Google Shape;393;p19"/>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4" name="Google Shape;394;p19"/>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5" name="Google Shape;395;p19"/>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6" name="Google Shape;396;p19"/>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7" name="Google Shape;397;p19"/>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8" name="Google Shape;398;p19"/>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399" name="Google Shape;399;p19"/>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0" name="Google Shape;400;p19"/>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1" name="Google Shape;401;p19"/>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2" name="Google Shape;402;p19"/>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3" name="Google Shape;403;p19"/>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4" name="Google Shape;404;p19"/>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5" name="Google Shape;405;p19"/>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6" name="Google Shape;406;p19"/>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7" name="Google Shape;407;p19"/>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08" name="Google Shape;408;p19"/>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grpSp>
        <p:nvGrpSpPr>
          <p:cNvPr id="409" name="Google Shape;409;p19"/>
          <p:cNvGrpSpPr/>
          <p:nvPr/>
        </p:nvGrpSpPr>
        <p:grpSpPr>
          <a:xfrm>
            <a:off x="600108" y="1274691"/>
            <a:ext cx="2755857" cy="2602816"/>
            <a:chOff x="697883" y="1816768"/>
            <a:chExt cx="3674476" cy="3470421"/>
          </a:xfrm>
        </p:grpSpPr>
        <p:sp>
          <p:nvSpPr>
            <p:cNvPr id="410" name="Google Shape;410;p19"/>
            <p:cNvSpPr/>
            <p:nvPr/>
          </p:nvSpPr>
          <p:spPr>
            <a:xfrm>
              <a:off x="697883" y="1816768"/>
              <a:ext cx="3674476" cy="50292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411" name="Google Shape;411;p19"/>
            <p:cNvSpPr/>
            <p:nvPr/>
          </p:nvSpPr>
          <p:spPr>
            <a:xfrm rot="10800000">
              <a:off x="2380224" y="5014786"/>
              <a:ext cx="315988" cy="27240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412" name="Google Shape;412;p19"/>
            <p:cNvSpPr/>
            <p:nvPr/>
          </p:nvSpPr>
          <p:spPr>
            <a:xfrm>
              <a:off x="704075" y="2392840"/>
              <a:ext cx="3668284" cy="26243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413" name="Google Shape;413;p19"/>
          <p:cNvSpPr/>
          <p:nvPr/>
        </p:nvSpPr>
        <p:spPr>
          <a:xfrm>
            <a:off x="0" y="0"/>
            <a:ext cx="9143771"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nvGrpSpPr>
          <p:cNvPr id="414" name="Google Shape;414;p19"/>
          <p:cNvGrpSpPr/>
          <p:nvPr/>
        </p:nvGrpSpPr>
        <p:grpSpPr>
          <a:xfrm>
            <a:off x="-313134" y="0"/>
            <a:ext cx="9438087" cy="5139928"/>
            <a:chOff x="-417513" y="0"/>
            <a:chExt cx="12584114" cy="6853238"/>
          </a:xfrm>
        </p:grpSpPr>
        <p:sp>
          <p:nvSpPr>
            <p:cNvPr id="415" name="Google Shape;415;p19"/>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16" name="Google Shape;416;p19"/>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17" name="Google Shape;417;p19"/>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18" name="Google Shape;418;p19"/>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19" name="Google Shape;419;p19"/>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0" name="Google Shape;420;p19"/>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1" name="Google Shape;421;p19"/>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2" name="Google Shape;422;p19"/>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3" name="Google Shape;423;p19"/>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4" name="Google Shape;424;p19"/>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5" name="Google Shape;425;p19"/>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6" name="Google Shape;426;p19"/>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7" name="Google Shape;427;p19"/>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8" name="Google Shape;428;p19"/>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29" name="Google Shape;429;p19"/>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30" name="Google Shape;430;p19"/>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1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31" name="Google Shape;431;p19"/>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14901"/>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32" name="Google Shape;432;p19"/>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33" name="Google Shape;433;p19"/>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34" name="Google Shape;434;p19"/>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35" name="Google Shape;435;p19"/>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sp>
        <p:nvSpPr>
          <p:cNvPr id="436" name="Google Shape;436;p19"/>
          <p:cNvSpPr txBox="1"/>
          <p:nvPr>
            <p:ph type="title"/>
          </p:nvPr>
        </p:nvSpPr>
        <p:spPr>
          <a:xfrm>
            <a:off x="1319465" y="599160"/>
            <a:ext cx="6505070" cy="786709"/>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chemeClr val="dk1"/>
              </a:buClr>
              <a:buSzPts val="4800"/>
              <a:buFont typeface="Calibri"/>
              <a:buNone/>
            </a:pPr>
            <a:r>
              <a:rPr b="0" i="0" lang="en-US" sz="2500" cap="none">
                <a:latin typeface="Calibri"/>
                <a:ea typeface="Calibri"/>
                <a:cs typeface="Calibri"/>
                <a:sym typeface="Calibri"/>
              </a:rPr>
              <a:t>1. What is Blockchain?</a:t>
            </a:r>
            <a:endParaRPr/>
          </a:p>
        </p:txBody>
      </p:sp>
      <p:grpSp>
        <p:nvGrpSpPr>
          <p:cNvPr id="437" name="Google Shape;437;p19"/>
          <p:cNvGrpSpPr/>
          <p:nvPr/>
        </p:nvGrpSpPr>
        <p:grpSpPr>
          <a:xfrm>
            <a:off x="723537" y="1495594"/>
            <a:ext cx="7696925" cy="3126875"/>
            <a:chOff x="117746" y="2362"/>
            <a:chExt cx="7696925" cy="3126875"/>
          </a:xfrm>
        </p:grpSpPr>
        <p:sp>
          <p:nvSpPr>
            <p:cNvPr id="438" name="Google Shape;438;p19"/>
            <p:cNvSpPr/>
            <p:nvPr/>
          </p:nvSpPr>
          <p:spPr>
            <a:xfrm>
              <a:off x="117746" y="2362"/>
              <a:ext cx="2405289" cy="1443173"/>
            </a:xfrm>
            <a:prstGeom prst="rect">
              <a:avLst/>
            </a:prstGeom>
            <a:solidFill>
              <a:srgbClr val="FA771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txBox="1"/>
            <p:nvPr/>
          </p:nvSpPr>
          <p:spPr>
            <a:xfrm>
              <a:off x="117746" y="2362"/>
              <a:ext cx="2405289" cy="1443173"/>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Rockwell"/>
                <a:buNone/>
              </a:pPr>
              <a:r>
                <a:rPr b="0" i="0" lang="en-US" sz="1600">
                  <a:solidFill>
                    <a:schemeClr val="lt1"/>
                  </a:solidFill>
                  <a:latin typeface="Rockwell"/>
                  <a:ea typeface="Rockwell"/>
                  <a:cs typeface="Rockwell"/>
                  <a:sym typeface="Rockwell"/>
                </a:rPr>
                <a:t>Blockchain is like a digital notebook that records information or transactions safely.</a:t>
              </a:r>
              <a:endParaRPr sz="1600">
                <a:solidFill>
                  <a:schemeClr val="lt1"/>
                </a:solidFill>
                <a:latin typeface="Rockwell"/>
                <a:ea typeface="Rockwell"/>
                <a:cs typeface="Rockwell"/>
                <a:sym typeface="Rockwell"/>
              </a:endParaRPr>
            </a:p>
          </p:txBody>
        </p:sp>
        <p:sp>
          <p:nvSpPr>
            <p:cNvPr id="440" name="Google Shape;440;p19"/>
            <p:cNvSpPr/>
            <p:nvPr/>
          </p:nvSpPr>
          <p:spPr>
            <a:xfrm>
              <a:off x="2763564" y="2362"/>
              <a:ext cx="2405289" cy="1443173"/>
            </a:xfrm>
            <a:prstGeom prst="rect">
              <a:avLst/>
            </a:prstGeom>
            <a:solidFill>
              <a:srgbClr val="E7A32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txBox="1"/>
            <p:nvPr/>
          </p:nvSpPr>
          <p:spPr>
            <a:xfrm>
              <a:off x="2763564" y="2362"/>
              <a:ext cx="2405289" cy="1443173"/>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Rockwell"/>
                <a:buNone/>
              </a:pPr>
              <a:r>
                <a:rPr b="0" i="0" lang="en-US" sz="1600">
                  <a:solidFill>
                    <a:schemeClr val="lt1"/>
                  </a:solidFill>
                  <a:latin typeface="Rockwell"/>
                  <a:ea typeface="Rockwell"/>
                  <a:cs typeface="Rockwell"/>
                  <a:sym typeface="Rockwell"/>
                </a:rPr>
                <a:t>Unlike regular notebooks kept by one person, many people (computers) have copies of it.</a:t>
              </a:r>
              <a:endParaRPr sz="1600">
                <a:solidFill>
                  <a:schemeClr val="lt1"/>
                </a:solidFill>
                <a:latin typeface="Rockwell"/>
                <a:ea typeface="Rockwell"/>
                <a:cs typeface="Rockwell"/>
                <a:sym typeface="Rockwell"/>
              </a:endParaRPr>
            </a:p>
          </p:txBody>
        </p:sp>
        <p:sp>
          <p:nvSpPr>
            <p:cNvPr id="442" name="Google Shape;442;p19"/>
            <p:cNvSpPr/>
            <p:nvPr/>
          </p:nvSpPr>
          <p:spPr>
            <a:xfrm>
              <a:off x="5409382" y="2362"/>
              <a:ext cx="2405289" cy="1443173"/>
            </a:xfrm>
            <a:prstGeom prst="rect">
              <a:avLst/>
            </a:prstGeom>
            <a:solidFill>
              <a:srgbClr val="D3C13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9"/>
            <p:cNvSpPr txBox="1"/>
            <p:nvPr/>
          </p:nvSpPr>
          <p:spPr>
            <a:xfrm>
              <a:off x="5409382" y="2362"/>
              <a:ext cx="2405289" cy="1443173"/>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Rockwell"/>
                <a:buNone/>
              </a:pPr>
              <a:r>
                <a:rPr b="0" i="0" lang="en-US" sz="1600">
                  <a:solidFill>
                    <a:schemeClr val="lt1"/>
                  </a:solidFill>
                  <a:latin typeface="Rockwell"/>
                  <a:ea typeface="Rockwell"/>
                  <a:cs typeface="Rockwell"/>
                  <a:sym typeface="Rockwell"/>
                </a:rPr>
                <a:t>When new information is added, everyone’s copy updates at the same time — so all versions always match.</a:t>
              </a:r>
              <a:endParaRPr sz="1600">
                <a:solidFill>
                  <a:schemeClr val="lt1"/>
                </a:solidFill>
                <a:latin typeface="Rockwell"/>
                <a:ea typeface="Rockwell"/>
                <a:cs typeface="Rockwell"/>
                <a:sym typeface="Rockwell"/>
              </a:endParaRPr>
            </a:p>
          </p:txBody>
        </p:sp>
        <p:sp>
          <p:nvSpPr>
            <p:cNvPr id="444" name="Google Shape;444;p19"/>
            <p:cNvSpPr/>
            <p:nvPr/>
          </p:nvSpPr>
          <p:spPr>
            <a:xfrm>
              <a:off x="2763564" y="1686064"/>
              <a:ext cx="2405289" cy="1443173"/>
            </a:xfrm>
            <a:prstGeom prst="rect">
              <a:avLst/>
            </a:prstGeom>
            <a:solidFill>
              <a:srgbClr val="ADBD4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9"/>
            <p:cNvSpPr txBox="1"/>
            <p:nvPr/>
          </p:nvSpPr>
          <p:spPr>
            <a:xfrm>
              <a:off x="2763564" y="1686064"/>
              <a:ext cx="2405289" cy="1443173"/>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Rockwell"/>
                <a:buNone/>
              </a:pPr>
              <a:r>
                <a:rPr b="0" i="0" lang="en-US" sz="1600">
                  <a:solidFill>
                    <a:schemeClr val="lt1"/>
                  </a:solidFill>
                  <a:latin typeface="Rockwell"/>
                  <a:ea typeface="Rockwell"/>
                  <a:cs typeface="Rockwell"/>
                  <a:sym typeface="Rockwell"/>
                </a:rPr>
                <a:t>This makes blockchain honest, secure, and transparent.</a:t>
              </a:r>
              <a:endParaRPr sz="1600">
                <a:solidFill>
                  <a:schemeClr val="lt1"/>
                </a:solidFill>
                <a:latin typeface="Rockwell"/>
                <a:ea typeface="Rockwell"/>
                <a:cs typeface="Rockwell"/>
                <a:sym typeface="Rockwe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9" name="Shape 449"/>
        <p:cNvGrpSpPr/>
        <p:nvPr/>
      </p:nvGrpSpPr>
      <p:grpSpPr>
        <a:xfrm>
          <a:off x="0" y="0"/>
          <a:ext cx="0" cy="0"/>
          <a:chOff x="0" y="0"/>
          <a:chExt cx="0" cy="0"/>
        </a:xfrm>
      </p:grpSpPr>
      <p:grpSp>
        <p:nvGrpSpPr>
          <p:cNvPr id="450" name="Google Shape;450;p20"/>
          <p:cNvGrpSpPr/>
          <p:nvPr/>
        </p:nvGrpSpPr>
        <p:grpSpPr>
          <a:xfrm>
            <a:off x="-313134" y="0"/>
            <a:ext cx="9438087" cy="5139928"/>
            <a:chOff x="-417513" y="0"/>
            <a:chExt cx="12584114" cy="6853238"/>
          </a:xfrm>
        </p:grpSpPr>
        <p:sp>
          <p:nvSpPr>
            <p:cNvPr id="451" name="Google Shape;451;p20"/>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2" name="Google Shape;452;p20"/>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3" name="Google Shape;453;p20"/>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4" name="Google Shape;454;p20"/>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5" name="Google Shape;455;p20"/>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6" name="Google Shape;456;p20"/>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7" name="Google Shape;457;p20"/>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8" name="Google Shape;458;p20"/>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59" name="Google Shape;459;p20"/>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0" name="Google Shape;460;p20"/>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1" name="Google Shape;461;p20"/>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2" name="Google Shape;462;p20"/>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3" name="Google Shape;463;p20"/>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4" name="Google Shape;464;p20"/>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5" name="Google Shape;465;p20"/>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6" name="Google Shape;466;p20"/>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7" name="Google Shape;467;p20"/>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8" name="Google Shape;468;p20"/>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69" name="Google Shape;469;p20"/>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0" name="Google Shape;470;p20"/>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1" name="Google Shape;471;p20"/>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grpSp>
        <p:nvGrpSpPr>
          <p:cNvPr id="472" name="Google Shape;472;p20"/>
          <p:cNvGrpSpPr/>
          <p:nvPr/>
        </p:nvGrpSpPr>
        <p:grpSpPr>
          <a:xfrm>
            <a:off x="600108" y="1274691"/>
            <a:ext cx="2755857" cy="2602816"/>
            <a:chOff x="697883" y="1816768"/>
            <a:chExt cx="3674476" cy="3470421"/>
          </a:xfrm>
        </p:grpSpPr>
        <p:sp>
          <p:nvSpPr>
            <p:cNvPr id="473" name="Google Shape;473;p20"/>
            <p:cNvSpPr/>
            <p:nvPr/>
          </p:nvSpPr>
          <p:spPr>
            <a:xfrm>
              <a:off x="697883" y="1816768"/>
              <a:ext cx="3674476" cy="50292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474" name="Google Shape;474;p20"/>
            <p:cNvSpPr/>
            <p:nvPr/>
          </p:nvSpPr>
          <p:spPr>
            <a:xfrm rot="10800000">
              <a:off x="2380224" y="5014786"/>
              <a:ext cx="315988" cy="27240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475" name="Google Shape;475;p20"/>
            <p:cNvSpPr/>
            <p:nvPr/>
          </p:nvSpPr>
          <p:spPr>
            <a:xfrm>
              <a:off x="704075" y="2392840"/>
              <a:ext cx="3668284" cy="26243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476" name="Google Shape;476;p20"/>
          <p:cNvSpPr/>
          <p:nvPr/>
        </p:nvSpPr>
        <p:spPr>
          <a:xfrm>
            <a:off x="0" y="0"/>
            <a:ext cx="9143771"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nvGrpSpPr>
          <p:cNvPr id="477" name="Google Shape;477;p20"/>
          <p:cNvGrpSpPr/>
          <p:nvPr/>
        </p:nvGrpSpPr>
        <p:grpSpPr>
          <a:xfrm>
            <a:off x="-313134" y="0"/>
            <a:ext cx="9438087" cy="5139928"/>
            <a:chOff x="-417513" y="0"/>
            <a:chExt cx="12584114" cy="6853238"/>
          </a:xfrm>
        </p:grpSpPr>
        <p:sp>
          <p:nvSpPr>
            <p:cNvPr id="478" name="Google Shape;478;p20"/>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79" name="Google Shape;479;p20"/>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0" name="Google Shape;480;p20"/>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1" name="Google Shape;481;p20"/>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2" name="Google Shape;482;p20"/>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3" name="Google Shape;483;p20"/>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4" name="Google Shape;484;p20"/>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5" name="Google Shape;485;p20"/>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6" name="Google Shape;486;p20"/>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7" name="Google Shape;487;p20"/>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8" name="Google Shape;488;p20"/>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89" name="Google Shape;489;p20"/>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0" name="Google Shape;490;p20"/>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1" name="Google Shape;491;p20"/>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2" name="Google Shape;492;p20"/>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3" name="Google Shape;493;p20"/>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1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4" name="Google Shape;494;p20"/>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14901"/>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5" name="Google Shape;495;p20"/>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6" name="Google Shape;496;p20"/>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7" name="Google Shape;497;p20"/>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498" name="Google Shape;498;p20"/>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sp>
        <p:nvSpPr>
          <p:cNvPr id="499" name="Google Shape;499;p20"/>
          <p:cNvSpPr txBox="1"/>
          <p:nvPr>
            <p:ph type="title"/>
          </p:nvPr>
        </p:nvSpPr>
        <p:spPr>
          <a:xfrm>
            <a:off x="1319465" y="599160"/>
            <a:ext cx="6505070" cy="786709"/>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chemeClr val="dk1"/>
              </a:buClr>
              <a:buSzPts val="4800"/>
              <a:buFont typeface="Calibri"/>
              <a:buNone/>
            </a:pPr>
            <a:r>
              <a:rPr b="0" i="0" lang="en-US" sz="2500" cap="none">
                <a:latin typeface="Calibri"/>
                <a:ea typeface="Calibri"/>
                <a:cs typeface="Calibri"/>
                <a:sym typeface="Calibri"/>
              </a:rPr>
              <a:t>2. How It Works</a:t>
            </a:r>
            <a:endParaRPr/>
          </a:p>
        </p:txBody>
      </p:sp>
      <p:grpSp>
        <p:nvGrpSpPr>
          <p:cNvPr id="500" name="Google Shape;500;p20"/>
          <p:cNvGrpSpPr/>
          <p:nvPr/>
        </p:nvGrpSpPr>
        <p:grpSpPr>
          <a:xfrm>
            <a:off x="3006199" y="1493232"/>
            <a:ext cx="3131601" cy="3131601"/>
            <a:chOff x="2400408" y="0"/>
            <a:chExt cx="3131601" cy="3131601"/>
          </a:xfrm>
        </p:grpSpPr>
        <p:sp>
          <p:nvSpPr>
            <p:cNvPr id="501" name="Google Shape;501;p20"/>
            <p:cNvSpPr/>
            <p:nvPr/>
          </p:nvSpPr>
          <p:spPr>
            <a:xfrm>
              <a:off x="2400408" y="0"/>
              <a:ext cx="3131601" cy="3131601"/>
            </a:xfrm>
            <a:prstGeom prst="diamond">
              <a:avLst/>
            </a:prstGeom>
            <a:solidFill>
              <a:srgbClr val="E4D1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0"/>
            <p:cNvSpPr/>
            <p:nvPr/>
          </p:nvSpPr>
          <p:spPr>
            <a:xfrm>
              <a:off x="2697911" y="297502"/>
              <a:ext cx="1221324" cy="1221324"/>
            </a:xfrm>
            <a:prstGeom prst="roundRect">
              <a:avLst>
                <a:gd fmla="val 16667" name="adj"/>
              </a:avLst>
            </a:prstGeom>
            <a:solidFill>
              <a:srgbClr val="B45FD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0"/>
            <p:cNvSpPr txBox="1"/>
            <p:nvPr/>
          </p:nvSpPr>
          <p:spPr>
            <a:xfrm>
              <a:off x="2757531" y="357122"/>
              <a:ext cx="1102084" cy="1102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chemeClr val="lt1"/>
                </a:buClr>
                <a:buSzPts val="1000"/>
                <a:buFont typeface="Rockwell"/>
                <a:buNone/>
              </a:pPr>
              <a:r>
                <a:rPr lang="en-US" sz="1000">
                  <a:solidFill>
                    <a:schemeClr val="lt1"/>
                  </a:solidFill>
                  <a:latin typeface="Rockwell"/>
                  <a:ea typeface="Rockwell"/>
                  <a:cs typeface="Rockwell"/>
                  <a:sym typeface="Rockwell"/>
                </a:rPr>
                <a:t>Information is grouped into blocks.</a:t>
              </a:r>
              <a:endParaRPr/>
            </a:p>
          </p:txBody>
        </p:sp>
        <p:sp>
          <p:nvSpPr>
            <p:cNvPr id="504" name="Google Shape;504;p20"/>
            <p:cNvSpPr/>
            <p:nvPr/>
          </p:nvSpPr>
          <p:spPr>
            <a:xfrm>
              <a:off x="4013183" y="297502"/>
              <a:ext cx="1221324" cy="1221324"/>
            </a:xfrm>
            <a:prstGeom prst="roundRect">
              <a:avLst>
                <a:gd fmla="val 16667" name="adj"/>
              </a:avLst>
            </a:prstGeom>
            <a:solidFill>
              <a:srgbClr val="B45FD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0"/>
            <p:cNvSpPr txBox="1"/>
            <p:nvPr/>
          </p:nvSpPr>
          <p:spPr>
            <a:xfrm>
              <a:off x="4072803" y="357122"/>
              <a:ext cx="1102084" cy="1102084"/>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chemeClr val="lt1"/>
                </a:buClr>
                <a:buSzPts val="1000"/>
                <a:buFont typeface="Rockwell"/>
                <a:buNone/>
              </a:pPr>
              <a:r>
                <a:rPr lang="en-US" sz="1000">
                  <a:solidFill>
                    <a:schemeClr val="lt1"/>
                  </a:solidFill>
                  <a:latin typeface="Rockwell"/>
                  <a:ea typeface="Rockwell"/>
                  <a:cs typeface="Rockwell"/>
                  <a:sym typeface="Rockwell"/>
                </a:rPr>
                <a:t>Each block has:</a:t>
              </a:r>
              <a:endParaRPr/>
            </a:p>
            <a:p>
              <a:pPr indent="-57150" lvl="1" marL="57150" marR="0" rtl="0" algn="l">
                <a:lnSpc>
                  <a:spcPct val="90000"/>
                </a:lnSpc>
                <a:spcBef>
                  <a:spcPts val="350"/>
                </a:spcBef>
                <a:spcAft>
                  <a:spcPts val="0"/>
                </a:spcAft>
                <a:buClr>
                  <a:schemeClr val="lt1"/>
                </a:buClr>
                <a:buSzPts val="800"/>
                <a:buFont typeface="Rockwell"/>
                <a:buChar char="•"/>
              </a:pPr>
              <a:r>
                <a:rPr b="0" i="0" lang="en-US" sz="800" u="none" cap="none" strike="noStrike">
                  <a:solidFill>
                    <a:schemeClr val="lt1"/>
                  </a:solidFill>
                  <a:latin typeface="Rockwell"/>
                  <a:ea typeface="Rockwell"/>
                  <a:cs typeface="Rockwell"/>
                  <a:sym typeface="Rockwell"/>
                </a:rPr>
                <a:t>Details about the transaction</a:t>
              </a:r>
              <a:endParaRPr/>
            </a:p>
            <a:p>
              <a:pPr indent="-57150" lvl="1" marL="57150" marR="0" rtl="0" algn="l">
                <a:lnSpc>
                  <a:spcPct val="90000"/>
                </a:lnSpc>
                <a:spcBef>
                  <a:spcPts val="120"/>
                </a:spcBef>
                <a:spcAft>
                  <a:spcPts val="0"/>
                </a:spcAft>
                <a:buClr>
                  <a:schemeClr val="lt1"/>
                </a:buClr>
                <a:buSzPts val="800"/>
                <a:buFont typeface="Rockwell"/>
                <a:buChar char="•"/>
              </a:pPr>
              <a:r>
                <a:rPr b="0" i="0" lang="en-US" sz="800" u="none" cap="none" strike="noStrike">
                  <a:solidFill>
                    <a:schemeClr val="lt1"/>
                  </a:solidFill>
                  <a:latin typeface="Rockwell"/>
                  <a:ea typeface="Rockwell"/>
                  <a:cs typeface="Rockwell"/>
                  <a:sym typeface="Rockwell"/>
                </a:rPr>
                <a:t>A unique code (hash) that links it to the block before it</a:t>
              </a:r>
              <a:endParaRPr/>
            </a:p>
          </p:txBody>
        </p:sp>
        <p:sp>
          <p:nvSpPr>
            <p:cNvPr id="506" name="Google Shape;506;p20"/>
            <p:cNvSpPr/>
            <p:nvPr/>
          </p:nvSpPr>
          <p:spPr>
            <a:xfrm>
              <a:off x="2697911" y="1612774"/>
              <a:ext cx="1221324" cy="1221324"/>
            </a:xfrm>
            <a:prstGeom prst="roundRect">
              <a:avLst>
                <a:gd fmla="val 16667" name="adj"/>
              </a:avLst>
            </a:prstGeom>
            <a:solidFill>
              <a:srgbClr val="B45FD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0"/>
            <p:cNvSpPr txBox="1"/>
            <p:nvPr/>
          </p:nvSpPr>
          <p:spPr>
            <a:xfrm>
              <a:off x="2757531" y="1672394"/>
              <a:ext cx="1102084" cy="1102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chemeClr val="lt1"/>
                </a:buClr>
                <a:buSzPts val="1000"/>
                <a:buFont typeface="Rockwell"/>
                <a:buNone/>
              </a:pPr>
              <a:r>
                <a:rPr lang="en-US" sz="1000">
                  <a:solidFill>
                    <a:schemeClr val="lt1"/>
                  </a:solidFill>
                  <a:latin typeface="Rockwell"/>
                  <a:ea typeface="Rockwell"/>
                  <a:cs typeface="Rockwell"/>
                  <a:sym typeface="Rockwell"/>
                </a:rPr>
                <a:t>These blocks connect in order, forming a chain of blocks, or blockchain.</a:t>
              </a:r>
              <a:endParaRPr/>
            </a:p>
          </p:txBody>
        </p:sp>
        <p:sp>
          <p:nvSpPr>
            <p:cNvPr id="508" name="Google Shape;508;p20"/>
            <p:cNvSpPr/>
            <p:nvPr/>
          </p:nvSpPr>
          <p:spPr>
            <a:xfrm>
              <a:off x="4013183" y="1612774"/>
              <a:ext cx="1221324" cy="1221324"/>
            </a:xfrm>
            <a:prstGeom prst="roundRect">
              <a:avLst>
                <a:gd fmla="val 16667" name="adj"/>
              </a:avLst>
            </a:prstGeom>
            <a:solidFill>
              <a:srgbClr val="B45FD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0"/>
            <p:cNvSpPr txBox="1"/>
            <p:nvPr/>
          </p:nvSpPr>
          <p:spPr>
            <a:xfrm>
              <a:off x="4072803" y="1672394"/>
              <a:ext cx="1102084" cy="1102084"/>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Clr>
                  <a:schemeClr val="lt1"/>
                </a:buClr>
                <a:buSzPts val="1000"/>
                <a:buFont typeface="Rockwell"/>
                <a:buNone/>
              </a:pPr>
              <a:r>
                <a:rPr lang="en-US" sz="1000">
                  <a:solidFill>
                    <a:schemeClr val="lt1"/>
                  </a:solidFill>
                  <a:latin typeface="Rockwell"/>
                  <a:ea typeface="Rockwell"/>
                  <a:cs typeface="Rockwell"/>
                  <a:sym typeface="Rockwell"/>
                </a:rPr>
                <a:t>Once a block is added, it cannot be changed, which keeps the record permanent and trustworthy.</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2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3600"/>
              <a:buFont typeface="Calibri"/>
              <a:buNone/>
            </a:pPr>
            <a:r>
              <a:rPr lang="en-US" sz="2800"/>
              <a:t>3. Why People Trust Blockchain</a:t>
            </a:r>
            <a:endParaRPr/>
          </a:p>
        </p:txBody>
      </p:sp>
      <p:grpSp>
        <p:nvGrpSpPr>
          <p:cNvPr id="515" name="Google Shape;515;p21"/>
          <p:cNvGrpSpPr/>
          <p:nvPr/>
        </p:nvGrpSpPr>
        <p:grpSpPr>
          <a:xfrm>
            <a:off x="314196" y="2180469"/>
            <a:ext cx="8515607" cy="1319918"/>
            <a:chOff x="2496" y="972244"/>
            <a:chExt cx="8515607" cy="1319918"/>
          </a:xfrm>
        </p:grpSpPr>
        <p:sp>
          <p:nvSpPr>
            <p:cNvPr id="516" name="Google Shape;516;p21"/>
            <p:cNvSpPr/>
            <p:nvPr/>
          </p:nvSpPr>
          <p:spPr>
            <a:xfrm>
              <a:off x="2496" y="972244"/>
              <a:ext cx="1782336" cy="1131783"/>
            </a:xfrm>
            <a:prstGeom prst="roundRect">
              <a:avLst>
                <a:gd fmla="val 10000" name="adj"/>
              </a:avLst>
            </a:prstGeom>
            <a:solidFill>
              <a:srgbClr val="FA771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1"/>
            <p:cNvSpPr/>
            <p:nvPr/>
          </p:nvSpPr>
          <p:spPr>
            <a:xfrm>
              <a:off x="200533" y="1160379"/>
              <a:ext cx="1782336" cy="1131783"/>
            </a:xfrm>
            <a:prstGeom prst="roundRect">
              <a:avLst>
                <a:gd fmla="val 10000" name="adj"/>
              </a:avLst>
            </a:prstGeom>
            <a:solidFill>
              <a:schemeClr val="lt1">
                <a:alpha val="89803"/>
              </a:schemeClr>
            </a:solidFill>
            <a:ln cap="flat" cmpd="sng" w="15875">
              <a:solidFill>
                <a:srgbClr val="FA7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1"/>
            <p:cNvSpPr txBox="1"/>
            <p:nvPr/>
          </p:nvSpPr>
          <p:spPr>
            <a:xfrm>
              <a:off x="233682" y="1193528"/>
              <a:ext cx="1716038" cy="106548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dk1"/>
                </a:buClr>
                <a:buSzPts val="1600"/>
                <a:buFont typeface="Rockwell"/>
                <a:buNone/>
              </a:pPr>
              <a:r>
                <a:rPr b="1" lang="en-US" sz="1600">
                  <a:solidFill>
                    <a:schemeClr val="dk1"/>
                  </a:solidFill>
                  <a:latin typeface="Rockwell"/>
                  <a:ea typeface="Rockwell"/>
                  <a:cs typeface="Rockwell"/>
                  <a:sym typeface="Rockwell"/>
                </a:rPr>
                <a:t>No middleman:</a:t>
              </a:r>
              <a:r>
                <a:rPr lang="en-US" sz="1600">
                  <a:solidFill>
                    <a:schemeClr val="dk1"/>
                  </a:solidFill>
                  <a:latin typeface="Rockwell"/>
                  <a:ea typeface="Rockwell"/>
                  <a:cs typeface="Rockwell"/>
                  <a:sym typeface="Rockwell"/>
                </a:rPr>
                <a:t> No bank or third party needed.</a:t>
              </a:r>
              <a:endParaRPr/>
            </a:p>
          </p:txBody>
        </p:sp>
        <p:sp>
          <p:nvSpPr>
            <p:cNvPr id="519" name="Google Shape;519;p21"/>
            <p:cNvSpPr/>
            <p:nvPr/>
          </p:nvSpPr>
          <p:spPr>
            <a:xfrm>
              <a:off x="2180907" y="972244"/>
              <a:ext cx="1782336" cy="1131783"/>
            </a:xfrm>
            <a:prstGeom prst="roundRect">
              <a:avLst>
                <a:gd fmla="val 10000" name="adj"/>
              </a:avLst>
            </a:prstGeom>
            <a:solidFill>
              <a:srgbClr val="FA771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p:nvPr/>
          </p:nvSpPr>
          <p:spPr>
            <a:xfrm>
              <a:off x="2378944" y="1160379"/>
              <a:ext cx="1782336" cy="1131783"/>
            </a:xfrm>
            <a:prstGeom prst="roundRect">
              <a:avLst>
                <a:gd fmla="val 10000" name="adj"/>
              </a:avLst>
            </a:prstGeom>
            <a:solidFill>
              <a:schemeClr val="lt1">
                <a:alpha val="89803"/>
              </a:schemeClr>
            </a:solidFill>
            <a:ln cap="flat" cmpd="sng" w="15875">
              <a:solidFill>
                <a:srgbClr val="FA7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1"/>
            <p:cNvSpPr txBox="1"/>
            <p:nvPr/>
          </p:nvSpPr>
          <p:spPr>
            <a:xfrm>
              <a:off x="2412093" y="1193528"/>
              <a:ext cx="1716038" cy="106548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dk1"/>
                </a:buClr>
                <a:buSzPts val="1600"/>
                <a:buFont typeface="Rockwell"/>
                <a:buNone/>
              </a:pPr>
              <a:r>
                <a:rPr b="1" lang="en-US" sz="1600">
                  <a:solidFill>
                    <a:schemeClr val="dk1"/>
                  </a:solidFill>
                  <a:latin typeface="Rockwell"/>
                  <a:ea typeface="Rockwell"/>
                  <a:cs typeface="Rockwell"/>
                  <a:sym typeface="Rockwell"/>
                </a:rPr>
                <a:t>Transparent:</a:t>
              </a:r>
              <a:r>
                <a:rPr lang="en-US" sz="1600">
                  <a:solidFill>
                    <a:schemeClr val="dk1"/>
                  </a:solidFill>
                  <a:latin typeface="Rockwell"/>
                  <a:ea typeface="Rockwell"/>
                  <a:cs typeface="Rockwell"/>
                  <a:sym typeface="Rockwell"/>
                </a:rPr>
                <a:t> Everyone in the network can see and verify data.</a:t>
              </a:r>
              <a:endParaRPr/>
            </a:p>
          </p:txBody>
        </p:sp>
        <p:sp>
          <p:nvSpPr>
            <p:cNvPr id="522" name="Google Shape;522;p21"/>
            <p:cNvSpPr/>
            <p:nvPr/>
          </p:nvSpPr>
          <p:spPr>
            <a:xfrm>
              <a:off x="4359318" y="972244"/>
              <a:ext cx="1782336" cy="1131783"/>
            </a:xfrm>
            <a:prstGeom prst="roundRect">
              <a:avLst>
                <a:gd fmla="val 10000" name="adj"/>
              </a:avLst>
            </a:prstGeom>
            <a:solidFill>
              <a:srgbClr val="FA771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4557356" y="1160379"/>
              <a:ext cx="1782336" cy="1131783"/>
            </a:xfrm>
            <a:prstGeom prst="roundRect">
              <a:avLst>
                <a:gd fmla="val 10000" name="adj"/>
              </a:avLst>
            </a:prstGeom>
            <a:solidFill>
              <a:schemeClr val="lt1">
                <a:alpha val="89803"/>
              </a:schemeClr>
            </a:solidFill>
            <a:ln cap="flat" cmpd="sng" w="15875">
              <a:solidFill>
                <a:srgbClr val="FA7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1"/>
            <p:cNvSpPr txBox="1"/>
            <p:nvPr/>
          </p:nvSpPr>
          <p:spPr>
            <a:xfrm>
              <a:off x="4590505" y="1193528"/>
              <a:ext cx="1716038" cy="106548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dk1"/>
                </a:buClr>
                <a:buSzPts val="1600"/>
                <a:buFont typeface="Rockwell"/>
                <a:buNone/>
              </a:pPr>
              <a:r>
                <a:rPr b="1" lang="en-US" sz="1600">
                  <a:solidFill>
                    <a:schemeClr val="dk1"/>
                  </a:solidFill>
                  <a:latin typeface="Rockwell"/>
                  <a:ea typeface="Rockwell"/>
                  <a:cs typeface="Rockwell"/>
                  <a:sym typeface="Rockwell"/>
                </a:rPr>
                <a:t>Secure:</a:t>
              </a:r>
              <a:r>
                <a:rPr lang="en-US" sz="1600">
                  <a:solidFill>
                    <a:schemeClr val="dk1"/>
                  </a:solidFill>
                  <a:latin typeface="Rockwell"/>
                  <a:ea typeface="Rockwell"/>
                  <a:cs typeface="Rockwell"/>
                  <a:sym typeface="Rockwell"/>
                </a:rPr>
                <a:t> Protected by advanced math (cryptography).</a:t>
              </a:r>
              <a:endParaRPr/>
            </a:p>
          </p:txBody>
        </p:sp>
        <p:sp>
          <p:nvSpPr>
            <p:cNvPr id="525" name="Google Shape;525;p21"/>
            <p:cNvSpPr/>
            <p:nvPr/>
          </p:nvSpPr>
          <p:spPr>
            <a:xfrm>
              <a:off x="6537729" y="972244"/>
              <a:ext cx="1782336" cy="1131783"/>
            </a:xfrm>
            <a:prstGeom prst="roundRect">
              <a:avLst>
                <a:gd fmla="val 10000" name="adj"/>
              </a:avLst>
            </a:prstGeom>
            <a:solidFill>
              <a:srgbClr val="FA771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
            <p:cNvSpPr/>
            <p:nvPr/>
          </p:nvSpPr>
          <p:spPr>
            <a:xfrm>
              <a:off x="6735767" y="1160379"/>
              <a:ext cx="1782336" cy="1131783"/>
            </a:xfrm>
            <a:prstGeom prst="roundRect">
              <a:avLst>
                <a:gd fmla="val 10000" name="adj"/>
              </a:avLst>
            </a:prstGeom>
            <a:solidFill>
              <a:schemeClr val="lt1">
                <a:alpha val="89803"/>
              </a:schemeClr>
            </a:solidFill>
            <a:ln cap="flat" cmpd="sng" w="15875">
              <a:solidFill>
                <a:srgbClr val="FA7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txBox="1"/>
            <p:nvPr/>
          </p:nvSpPr>
          <p:spPr>
            <a:xfrm>
              <a:off x="6768916" y="1193528"/>
              <a:ext cx="1716038" cy="106548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dk1"/>
                </a:buClr>
                <a:buSzPts val="1600"/>
                <a:buFont typeface="Rockwell"/>
                <a:buNone/>
              </a:pPr>
              <a:r>
                <a:rPr b="1" lang="en-US" sz="1600">
                  <a:solidFill>
                    <a:schemeClr val="dk1"/>
                  </a:solidFill>
                  <a:latin typeface="Rockwell"/>
                  <a:ea typeface="Rockwell"/>
                  <a:cs typeface="Rockwell"/>
                  <a:sym typeface="Rockwell"/>
                </a:rPr>
                <a:t>Tamper-proof:</a:t>
              </a:r>
              <a:r>
                <a:rPr lang="en-US" sz="1600">
                  <a:solidFill>
                    <a:schemeClr val="dk1"/>
                  </a:solidFill>
                  <a:latin typeface="Rockwell"/>
                  <a:ea typeface="Rockwell"/>
                  <a:cs typeface="Rockwell"/>
                  <a:sym typeface="Rockwell"/>
                </a:rPr>
                <a:t> Once recorded, data cannot be altered.</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1" name="Shape 531"/>
        <p:cNvGrpSpPr/>
        <p:nvPr/>
      </p:nvGrpSpPr>
      <p:grpSpPr>
        <a:xfrm>
          <a:off x="0" y="0"/>
          <a:ext cx="0" cy="0"/>
          <a:chOff x="0" y="0"/>
          <a:chExt cx="0" cy="0"/>
        </a:xfrm>
      </p:grpSpPr>
      <p:grpSp>
        <p:nvGrpSpPr>
          <p:cNvPr id="532" name="Google Shape;532;p22"/>
          <p:cNvGrpSpPr/>
          <p:nvPr/>
        </p:nvGrpSpPr>
        <p:grpSpPr>
          <a:xfrm>
            <a:off x="-313134" y="0"/>
            <a:ext cx="9438087" cy="5139928"/>
            <a:chOff x="-417513" y="0"/>
            <a:chExt cx="12584114" cy="6853238"/>
          </a:xfrm>
        </p:grpSpPr>
        <p:sp>
          <p:nvSpPr>
            <p:cNvPr id="533" name="Google Shape;533;p22"/>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34" name="Google Shape;534;p22"/>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35" name="Google Shape;535;p22"/>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36" name="Google Shape;536;p22"/>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37" name="Google Shape;537;p22"/>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38" name="Google Shape;538;p22"/>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39" name="Google Shape;539;p22"/>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0" name="Google Shape;540;p22"/>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1" name="Google Shape;541;p22"/>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2" name="Google Shape;542;p22"/>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3" name="Google Shape;543;p22"/>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4" name="Google Shape;544;p22"/>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5" name="Google Shape;545;p22"/>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6" name="Google Shape;546;p22"/>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7" name="Google Shape;547;p22"/>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8" name="Google Shape;548;p22"/>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49" name="Google Shape;549;p22"/>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50" name="Google Shape;550;p22"/>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51" name="Google Shape;551;p22"/>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52" name="Google Shape;552;p22"/>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53" name="Google Shape;553;p22"/>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grpSp>
        <p:nvGrpSpPr>
          <p:cNvPr id="554" name="Google Shape;554;p22"/>
          <p:cNvGrpSpPr/>
          <p:nvPr/>
        </p:nvGrpSpPr>
        <p:grpSpPr>
          <a:xfrm>
            <a:off x="600108" y="1274691"/>
            <a:ext cx="2755857" cy="2602816"/>
            <a:chOff x="697883" y="1816768"/>
            <a:chExt cx="3674476" cy="3470421"/>
          </a:xfrm>
        </p:grpSpPr>
        <p:sp>
          <p:nvSpPr>
            <p:cNvPr id="555" name="Google Shape;555;p22"/>
            <p:cNvSpPr/>
            <p:nvPr/>
          </p:nvSpPr>
          <p:spPr>
            <a:xfrm>
              <a:off x="697883" y="1816768"/>
              <a:ext cx="3674476" cy="50292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556" name="Google Shape;556;p22"/>
            <p:cNvSpPr/>
            <p:nvPr/>
          </p:nvSpPr>
          <p:spPr>
            <a:xfrm rot="10800000">
              <a:off x="2380224" y="5014786"/>
              <a:ext cx="315988" cy="27240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557" name="Google Shape;557;p22"/>
            <p:cNvSpPr/>
            <p:nvPr/>
          </p:nvSpPr>
          <p:spPr>
            <a:xfrm>
              <a:off x="704075" y="2392840"/>
              <a:ext cx="3668284" cy="26243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558" name="Google Shape;558;p22"/>
          <p:cNvSpPr/>
          <p:nvPr/>
        </p:nvSpPr>
        <p:spPr>
          <a:xfrm>
            <a:off x="0" y="0"/>
            <a:ext cx="9143771"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nvGrpSpPr>
          <p:cNvPr id="559" name="Google Shape;559;p22"/>
          <p:cNvGrpSpPr/>
          <p:nvPr/>
        </p:nvGrpSpPr>
        <p:grpSpPr>
          <a:xfrm>
            <a:off x="-313134" y="0"/>
            <a:ext cx="9438087" cy="5139928"/>
            <a:chOff x="-417513" y="0"/>
            <a:chExt cx="12584114" cy="6853238"/>
          </a:xfrm>
        </p:grpSpPr>
        <p:sp>
          <p:nvSpPr>
            <p:cNvPr id="560" name="Google Shape;560;p22"/>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1" name="Google Shape;561;p22"/>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2" name="Google Shape;562;p22"/>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3" name="Google Shape;563;p22"/>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4" name="Google Shape;564;p22"/>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5" name="Google Shape;565;p22"/>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1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6" name="Google Shape;566;p22"/>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7" name="Google Shape;567;p22"/>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8" name="Google Shape;568;p22"/>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69" name="Google Shape;569;p22"/>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0" name="Google Shape;570;p22"/>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1" name="Google Shape;571;p22"/>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2" name="Google Shape;572;p22"/>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3" name="Google Shape;573;p22"/>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4" name="Google Shape;574;p22"/>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5" name="Google Shape;575;p22"/>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1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6" name="Google Shape;576;p22"/>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14901"/>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7" name="Google Shape;577;p22"/>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8" name="Google Shape;578;p22"/>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79" name="Google Shape;579;p22"/>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580" name="Google Shape;580;p22"/>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1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sp>
        <p:nvSpPr>
          <p:cNvPr id="581" name="Google Shape;581;p22"/>
          <p:cNvSpPr txBox="1"/>
          <p:nvPr>
            <p:ph type="title"/>
          </p:nvPr>
        </p:nvSpPr>
        <p:spPr>
          <a:xfrm>
            <a:off x="1319465" y="599160"/>
            <a:ext cx="6505070" cy="786709"/>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chemeClr val="dk1"/>
              </a:buClr>
              <a:buSzPts val="2800"/>
              <a:buFont typeface="Calibri"/>
              <a:buNone/>
            </a:pPr>
            <a:r>
              <a:rPr b="0" i="0" lang="en-US" sz="2500" cap="none">
                <a:latin typeface="Calibri"/>
                <a:ea typeface="Calibri"/>
                <a:cs typeface="Calibri"/>
                <a:sym typeface="Calibri"/>
              </a:rPr>
              <a:t>4. Real-Life Examples</a:t>
            </a:r>
            <a:endParaRPr/>
          </a:p>
        </p:txBody>
      </p:sp>
      <p:grpSp>
        <p:nvGrpSpPr>
          <p:cNvPr id="582" name="Google Shape;582;p22"/>
          <p:cNvGrpSpPr/>
          <p:nvPr/>
        </p:nvGrpSpPr>
        <p:grpSpPr>
          <a:xfrm>
            <a:off x="606880" y="2007509"/>
            <a:ext cx="7930240" cy="2103046"/>
            <a:chOff x="1089" y="514277"/>
            <a:chExt cx="7930240" cy="2103046"/>
          </a:xfrm>
        </p:grpSpPr>
        <p:sp>
          <p:nvSpPr>
            <p:cNvPr id="583" name="Google Shape;583;p22"/>
            <p:cNvSpPr/>
            <p:nvPr/>
          </p:nvSpPr>
          <p:spPr>
            <a:xfrm>
              <a:off x="342834" y="514277"/>
              <a:ext cx="1069048" cy="1069048"/>
            </a:xfrm>
            <a:prstGeom prst="ellipse">
              <a:avLst/>
            </a:prstGeom>
            <a:solidFill>
              <a:srgbClr val="FA7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2"/>
            <p:cNvSpPr/>
            <p:nvPr/>
          </p:nvSpPr>
          <p:spPr>
            <a:xfrm>
              <a:off x="570665" y="742107"/>
              <a:ext cx="613388" cy="613388"/>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2"/>
            <p:cNvSpPr/>
            <p:nvPr/>
          </p:nvSpPr>
          <p:spPr>
            <a:xfrm>
              <a:off x="1089" y="1916308"/>
              <a:ext cx="1752539" cy="7010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2"/>
            <p:cNvSpPr txBox="1"/>
            <p:nvPr/>
          </p:nvSpPr>
          <p:spPr>
            <a:xfrm>
              <a:off x="1089" y="1916308"/>
              <a:ext cx="1752539" cy="70101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200"/>
                <a:buFont typeface="Rockwell"/>
                <a:buNone/>
              </a:pPr>
              <a:r>
                <a:rPr b="1" lang="en-US" sz="1200" cap="none">
                  <a:solidFill>
                    <a:schemeClr val="dk1"/>
                  </a:solidFill>
                  <a:latin typeface="Rockwell"/>
                  <a:ea typeface="Rockwell"/>
                  <a:cs typeface="Rockwell"/>
                  <a:sym typeface="Rockwell"/>
                </a:rPr>
                <a:t>BITCOIN AND ETHEREUM:</a:t>
              </a:r>
              <a:r>
                <a:rPr lang="en-US" sz="1200" cap="none">
                  <a:solidFill>
                    <a:schemeClr val="dk1"/>
                  </a:solidFill>
                  <a:latin typeface="Rockwell"/>
                  <a:ea typeface="Rockwell"/>
                  <a:cs typeface="Rockwell"/>
                  <a:sym typeface="Rockwell"/>
                </a:rPr>
                <a:t> USED FOR DIGITAL MONEY.</a:t>
              </a:r>
              <a:endParaRPr/>
            </a:p>
          </p:txBody>
        </p:sp>
        <p:sp>
          <p:nvSpPr>
            <p:cNvPr id="587" name="Google Shape;587;p22"/>
            <p:cNvSpPr/>
            <p:nvPr/>
          </p:nvSpPr>
          <p:spPr>
            <a:xfrm>
              <a:off x="2402068" y="514277"/>
              <a:ext cx="1069048" cy="1069048"/>
            </a:xfrm>
            <a:prstGeom prst="ellipse">
              <a:avLst/>
            </a:prstGeom>
            <a:solidFill>
              <a:srgbClr val="AEB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2"/>
            <p:cNvSpPr/>
            <p:nvPr/>
          </p:nvSpPr>
          <p:spPr>
            <a:xfrm>
              <a:off x="2629898" y="742107"/>
              <a:ext cx="613388" cy="613388"/>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2"/>
            <p:cNvSpPr/>
            <p:nvPr/>
          </p:nvSpPr>
          <p:spPr>
            <a:xfrm>
              <a:off x="2060323" y="1916308"/>
              <a:ext cx="1752539" cy="7010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2"/>
            <p:cNvSpPr txBox="1"/>
            <p:nvPr/>
          </p:nvSpPr>
          <p:spPr>
            <a:xfrm>
              <a:off x="2060323" y="1916308"/>
              <a:ext cx="1752539" cy="70101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200"/>
                <a:buFont typeface="Rockwell"/>
                <a:buNone/>
              </a:pPr>
              <a:r>
                <a:rPr b="1" lang="en-US" sz="1200" cap="none">
                  <a:solidFill>
                    <a:schemeClr val="dk1"/>
                  </a:solidFill>
                  <a:latin typeface="Rockwell"/>
                  <a:ea typeface="Rockwell"/>
                  <a:cs typeface="Rockwell"/>
                  <a:sym typeface="Rockwell"/>
                </a:rPr>
                <a:t>HEALTHCARE:</a:t>
              </a:r>
              <a:r>
                <a:rPr lang="en-US" sz="1200" cap="none">
                  <a:solidFill>
                    <a:schemeClr val="dk1"/>
                  </a:solidFill>
                  <a:latin typeface="Rockwell"/>
                  <a:ea typeface="Rockwell"/>
                  <a:cs typeface="Rockwell"/>
                  <a:sym typeface="Rockwell"/>
                </a:rPr>
                <a:t> HELPS DOCTORS SHARE MEDICAL RECORDS SECURELY.</a:t>
              </a:r>
              <a:endParaRPr/>
            </a:p>
          </p:txBody>
        </p:sp>
        <p:sp>
          <p:nvSpPr>
            <p:cNvPr id="591" name="Google Shape;591;p22"/>
            <p:cNvSpPr/>
            <p:nvPr/>
          </p:nvSpPr>
          <p:spPr>
            <a:xfrm>
              <a:off x="4461301" y="514277"/>
              <a:ext cx="1069048" cy="1069048"/>
            </a:xfrm>
            <a:prstGeom prst="ellipse">
              <a:avLst/>
            </a:prstGeom>
            <a:solidFill>
              <a:srgbClr val="4FC2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2"/>
            <p:cNvSpPr/>
            <p:nvPr/>
          </p:nvSpPr>
          <p:spPr>
            <a:xfrm>
              <a:off x="4689131" y="742107"/>
              <a:ext cx="613388" cy="613388"/>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2"/>
            <p:cNvSpPr/>
            <p:nvPr/>
          </p:nvSpPr>
          <p:spPr>
            <a:xfrm>
              <a:off x="4119556" y="1916308"/>
              <a:ext cx="1752539" cy="7010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2"/>
            <p:cNvSpPr txBox="1"/>
            <p:nvPr/>
          </p:nvSpPr>
          <p:spPr>
            <a:xfrm>
              <a:off x="4119556" y="1916308"/>
              <a:ext cx="1752539" cy="70101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200"/>
                <a:buFont typeface="Rockwell"/>
                <a:buNone/>
              </a:pPr>
              <a:r>
                <a:rPr b="1" lang="en-US" sz="1200" cap="none">
                  <a:solidFill>
                    <a:schemeClr val="dk1"/>
                  </a:solidFill>
                  <a:latin typeface="Rockwell"/>
                  <a:ea typeface="Rockwell"/>
                  <a:cs typeface="Rockwell"/>
                  <a:sym typeface="Rockwell"/>
                </a:rPr>
                <a:t>SUPPLY CHAIN:</a:t>
              </a:r>
              <a:r>
                <a:rPr lang="en-US" sz="1200" cap="none">
                  <a:solidFill>
                    <a:schemeClr val="dk1"/>
                  </a:solidFill>
                  <a:latin typeface="Rockwell"/>
                  <a:ea typeface="Rockwell"/>
                  <a:cs typeface="Rockwell"/>
                  <a:sym typeface="Rockwell"/>
                </a:rPr>
                <a:t> TRACKS HOW PRODUCTS MOVE FROM FACTORY TO STORE.</a:t>
              </a:r>
              <a:endParaRPr/>
            </a:p>
          </p:txBody>
        </p:sp>
        <p:sp>
          <p:nvSpPr>
            <p:cNvPr id="595" name="Google Shape;595;p22"/>
            <p:cNvSpPr/>
            <p:nvPr/>
          </p:nvSpPr>
          <p:spPr>
            <a:xfrm>
              <a:off x="6520535" y="514277"/>
              <a:ext cx="1069048" cy="1069048"/>
            </a:xfrm>
            <a:prstGeom prst="ellipse">
              <a:avLst/>
            </a:prstGeom>
            <a:solidFill>
              <a:srgbClr val="3895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2"/>
            <p:cNvSpPr/>
            <p:nvPr/>
          </p:nvSpPr>
          <p:spPr>
            <a:xfrm>
              <a:off x="6748365" y="742107"/>
              <a:ext cx="613388" cy="613388"/>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2"/>
            <p:cNvSpPr/>
            <p:nvPr/>
          </p:nvSpPr>
          <p:spPr>
            <a:xfrm>
              <a:off x="6178790" y="1916308"/>
              <a:ext cx="1752539" cy="70101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2"/>
            <p:cNvSpPr txBox="1"/>
            <p:nvPr/>
          </p:nvSpPr>
          <p:spPr>
            <a:xfrm>
              <a:off x="6178790" y="1916308"/>
              <a:ext cx="1752539" cy="701015"/>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200"/>
                <a:buFont typeface="Rockwell"/>
                <a:buNone/>
              </a:pPr>
              <a:r>
                <a:rPr b="1" lang="en-US" sz="1200" cap="none">
                  <a:solidFill>
                    <a:schemeClr val="dk1"/>
                  </a:solidFill>
                  <a:latin typeface="Rockwell"/>
                  <a:ea typeface="Rockwell"/>
                  <a:cs typeface="Rockwell"/>
                  <a:sym typeface="Rockwell"/>
                </a:rPr>
                <a:t>VOTING SYSTEMS:</a:t>
              </a:r>
              <a:r>
                <a:rPr lang="en-US" sz="1200" cap="none">
                  <a:solidFill>
                    <a:schemeClr val="dk1"/>
                  </a:solidFill>
                  <a:latin typeface="Rockwell"/>
                  <a:ea typeface="Rockwell"/>
                  <a:cs typeface="Rockwell"/>
                  <a:sym typeface="Rockwell"/>
                </a:rPr>
                <a:t> MAKES ELECTIONS FAIR AND VERIFIABLE.</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2" name="Shape 602"/>
        <p:cNvGrpSpPr/>
        <p:nvPr/>
      </p:nvGrpSpPr>
      <p:grpSpPr>
        <a:xfrm>
          <a:off x="0" y="0"/>
          <a:ext cx="0" cy="0"/>
          <a:chOff x="0" y="0"/>
          <a:chExt cx="0" cy="0"/>
        </a:xfrm>
      </p:grpSpPr>
      <p:grpSp>
        <p:nvGrpSpPr>
          <p:cNvPr id="603" name="Google Shape;603;p23"/>
          <p:cNvGrpSpPr/>
          <p:nvPr/>
        </p:nvGrpSpPr>
        <p:grpSpPr>
          <a:xfrm>
            <a:off x="-313134" y="0"/>
            <a:ext cx="9438087" cy="5139928"/>
            <a:chOff x="-417513" y="0"/>
            <a:chExt cx="12584114" cy="6853238"/>
          </a:xfrm>
        </p:grpSpPr>
        <p:sp>
          <p:nvSpPr>
            <p:cNvPr id="604" name="Google Shape;604;p23"/>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05" name="Google Shape;605;p23"/>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06" name="Google Shape;606;p23"/>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07" name="Google Shape;607;p23"/>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08" name="Google Shape;608;p23"/>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09" name="Google Shape;609;p23"/>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0" name="Google Shape;610;p23"/>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1" name="Google Shape;611;p23"/>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2" name="Google Shape;612;p23"/>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3" name="Google Shape;613;p23"/>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4" name="Google Shape;614;p23"/>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5" name="Google Shape;615;p23"/>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6" name="Google Shape;616;p23"/>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7" name="Google Shape;617;p23"/>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8" name="Google Shape;618;p23"/>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19" name="Google Shape;619;p23"/>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lt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20" name="Google Shape;620;p23"/>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lt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21" name="Google Shape;621;p23"/>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22" name="Google Shape;622;p23"/>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23" name="Google Shape;623;p23"/>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24" name="Google Shape;624;p23"/>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grpSp>
        <p:nvGrpSpPr>
          <p:cNvPr id="625" name="Google Shape;625;p23"/>
          <p:cNvGrpSpPr/>
          <p:nvPr/>
        </p:nvGrpSpPr>
        <p:grpSpPr>
          <a:xfrm>
            <a:off x="600108" y="1274691"/>
            <a:ext cx="2755857" cy="2602816"/>
            <a:chOff x="697883" y="1816768"/>
            <a:chExt cx="3674476" cy="3470421"/>
          </a:xfrm>
        </p:grpSpPr>
        <p:sp>
          <p:nvSpPr>
            <p:cNvPr id="626" name="Google Shape;626;p23"/>
            <p:cNvSpPr/>
            <p:nvPr/>
          </p:nvSpPr>
          <p:spPr>
            <a:xfrm>
              <a:off x="697883" y="1816768"/>
              <a:ext cx="3674476" cy="50292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27" name="Google Shape;627;p23"/>
            <p:cNvSpPr/>
            <p:nvPr/>
          </p:nvSpPr>
          <p:spPr>
            <a:xfrm rot="10800000">
              <a:off x="2380224" y="5014786"/>
              <a:ext cx="315988" cy="27240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28" name="Google Shape;628;p23"/>
            <p:cNvSpPr/>
            <p:nvPr/>
          </p:nvSpPr>
          <p:spPr>
            <a:xfrm>
              <a:off x="704075" y="2392840"/>
              <a:ext cx="3668284" cy="26243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629" name="Google Shape;629;p23"/>
          <p:cNvSpPr/>
          <p:nvPr/>
        </p:nvSpPr>
        <p:spPr>
          <a:xfrm>
            <a:off x="0" y="0"/>
            <a:ext cx="9144795"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nvGrpSpPr>
          <p:cNvPr id="630" name="Google Shape;630;p23"/>
          <p:cNvGrpSpPr/>
          <p:nvPr/>
        </p:nvGrpSpPr>
        <p:grpSpPr>
          <a:xfrm>
            <a:off x="-247255" y="-44532"/>
            <a:ext cx="9386886" cy="5192848"/>
            <a:chOff x="-329674" y="-51881"/>
            <a:chExt cx="12515851" cy="6923798"/>
          </a:xfrm>
        </p:grpSpPr>
        <p:sp>
          <p:nvSpPr>
            <p:cNvPr id="631" name="Google Shape;631;p23"/>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2" name="Google Shape;632;p23"/>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3" name="Google Shape;633;p23"/>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4" name="Google Shape;634;p23"/>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5" name="Google Shape;635;p23"/>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6" name="Google Shape;636;p23"/>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7" name="Google Shape;637;p23"/>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8" name="Google Shape;638;p23"/>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39" name="Google Shape;639;p23"/>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0" name="Google Shape;640;p23"/>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1" name="Google Shape;641;p23"/>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lt1">
                  <a:alpha val="3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2" name="Google Shape;642;p23"/>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lt1">
                  <a:alpha val="3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3" name="Google Shape;643;p23"/>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4" name="Google Shape;644;p23"/>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5" name="Google Shape;645;p23"/>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6" name="Google Shape;646;p23"/>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7" name="Google Shape;647;p23"/>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8" name="Google Shape;648;p23"/>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649" name="Google Shape;649;p23"/>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650" name="Google Shape;650;p23"/>
          <p:cNvSpPr txBox="1"/>
          <p:nvPr>
            <p:ph type="title"/>
          </p:nvPr>
        </p:nvSpPr>
        <p:spPr>
          <a:xfrm>
            <a:off x="666472" y="3570099"/>
            <a:ext cx="3820197" cy="1333371"/>
          </a:xfrm>
          <a:prstGeom prst="rect">
            <a:avLst/>
          </a:prstGeom>
          <a:noFill/>
          <a:ln>
            <a:noFill/>
          </a:ln>
        </p:spPr>
        <p:txBody>
          <a:bodyPr anchorCtr="0" anchor="ctr" bIns="228600" lIns="228600" spcFirstLastPara="1" rIns="228600" wrap="square" tIns="228600">
            <a:normAutofit/>
          </a:bodyPr>
          <a:lstStyle/>
          <a:p>
            <a:pPr indent="0" lvl="0" marL="0" rtl="0" algn="r">
              <a:lnSpc>
                <a:spcPct val="85000"/>
              </a:lnSpc>
              <a:spcBef>
                <a:spcPts val="0"/>
              </a:spcBef>
              <a:spcAft>
                <a:spcPts val="0"/>
              </a:spcAft>
              <a:buClr>
                <a:schemeClr val="lt1"/>
              </a:buClr>
              <a:buSzPts val="2800"/>
              <a:buFont typeface="Calibri"/>
              <a:buNone/>
            </a:pPr>
            <a:r>
              <a:rPr lang="en-US" sz="3100"/>
              <a:t>5. Types of Blockchain</a:t>
            </a:r>
            <a:endParaRPr/>
          </a:p>
        </p:txBody>
      </p:sp>
      <p:pic>
        <p:nvPicPr>
          <p:cNvPr descr="Blue blocks and networks technology background" id="651" name="Google Shape;651;p23"/>
          <p:cNvPicPr preferRelativeResize="0"/>
          <p:nvPr/>
        </p:nvPicPr>
        <p:blipFill rotWithShape="1">
          <a:blip r:embed="rId3">
            <a:alphaModFix/>
          </a:blip>
          <a:srcRect b="9590" l="0" r="0" t="23044"/>
          <a:stretch/>
        </p:blipFill>
        <p:spPr>
          <a:xfrm>
            <a:off x="20" y="10"/>
            <a:ext cx="9143980" cy="3449564"/>
          </a:xfrm>
          <a:custGeom>
            <a:rect b="b" l="l" r="r" t="t"/>
            <a:pathLst>
              <a:path extrusionOk="0" h="4621300" w="12192000">
                <a:moveTo>
                  <a:pt x="0" y="0"/>
                </a:moveTo>
                <a:lnTo>
                  <a:pt x="12192000" y="0"/>
                </a:lnTo>
                <a:lnTo>
                  <a:pt x="12192000" y="3104412"/>
                </a:lnTo>
                <a:lnTo>
                  <a:pt x="12192000" y="3296537"/>
                </a:lnTo>
                <a:lnTo>
                  <a:pt x="12192000" y="4272355"/>
                </a:lnTo>
                <a:lnTo>
                  <a:pt x="12113803" y="4280638"/>
                </a:lnTo>
                <a:cubicBezTo>
                  <a:pt x="10139508" y="4478587"/>
                  <a:pt x="8237152" y="4571590"/>
                  <a:pt x="6753597" y="4604195"/>
                </a:cubicBezTo>
                <a:cubicBezTo>
                  <a:pt x="4940362" y="4644044"/>
                  <a:pt x="2657278" y="4624714"/>
                  <a:pt x="400746" y="4432852"/>
                </a:cubicBezTo>
                <a:lnTo>
                  <a:pt x="0" y="4395876"/>
                </a:lnTo>
                <a:lnTo>
                  <a:pt x="0" y="3296537"/>
                </a:lnTo>
                <a:lnTo>
                  <a:pt x="0" y="3104412"/>
                </a:lnTo>
                <a:close/>
              </a:path>
            </a:pathLst>
          </a:custGeom>
          <a:noFill/>
          <a:ln>
            <a:noFill/>
          </a:ln>
        </p:spPr>
      </p:pic>
      <p:sp>
        <p:nvSpPr>
          <p:cNvPr id="652" name="Google Shape;652;p23"/>
          <p:cNvSpPr txBox="1"/>
          <p:nvPr>
            <p:ph idx="1" type="body"/>
          </p:nvPr>
        </p:nvSpPr>
        <p:spPr>
          <a:xfrm>
            <a:off x="4670029" y="3575745"/>
            <a:ext cx="3880210" cy="1327725"/>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SzPts val="1430"/>
              <a:buFont typeface="Noto Sans Symbols"/>
              <a:buChar char="▪"/>
            </a:pPr>
            <a:r>
              <a:rPr b="1" lang="en-US"/>
              <a:t>Public:</a:t>
            </a:r>
            <a:r>
              <a:rPr lang="en-US"/>
              <a:t> Anyone can join (e.g., Bitcoin).</a:t>
            </a:r>
            <a:endParaRPr/>
          </a:p>
          <a:p>
            <a:pPr indent="0" lvl="0" marL="0" rtl="0" algn="l">
              <a:lnSpc>
                <a:spcPct val="120000"/>
              </a:lnSpc>
              <a:spcBef>
                <a:spcPts val="0"/>
              </a:spcBef>
              <a:spcAft>
                <a:spcPts val="0"/>
              </a:spcAft>
              <a:buSzPts val="1430"/>
              <a:buFont typeface="Noto Sans Symbols"/>
              <a:buChar char="▪"/>
            </a:pPr>
            <a:r>
              <a:rPr b="1" lang="en-US"/>
              <a:t>Private:</a:t>
            </a:r>
            <a:r>
              <a:rPr lang="en-US"/>
              <a:t> Limited to certain people (used by companies).</a:t>
            </a:r>
            <a:endParaRPr/>
          </a:p>
          <a:p>
            <a:pPr indent="0" lvl="0" marL="0" rtl="0" algn="l">
              <a:lnSpc>
                <a:spcPct val="120000"/>
              </a:lnSpc>
              <a:spcBef>
                <a:spcPts val="0"/>
              </a:spcBef>
              <a:spcAft>
                <a:spcPts val="0"/>
              </a:spcAft>
              <a:buSzPts val="1430"/>
              <a:buFont typeface="Noto Sans Symbols"/>
              <a:buChar char="▪"/>
            </a:pPr>
            <a:r>
              <a:rPr b="1" lang="en-US"/>
              <a:t>Hybrid/Consortium:</a:t>
            </a:r>
            <a:r>
              <a:rPr lang="en-US"/>
              <a:t> A mix of public and private systems.</a:t>
            </a:r>
            <a:endParaRPr/>
          </a:p>
          <a:p>
            <a:pPr indent="94297" lvl="0" marL="0" rtl="0" algn="l">
              <a:lnSpc>
                <a:spcPct val="120000"/>
              </a:lnSpc>
              <a:spcBef>
                <a:spcPts val="0"/>
              </a:spcBef>
              <a:spcAft>
                <a:spcPts val="1200"/>
              </a:spcAft>
              <a:buSzPts val="1485"/>
              <a:buFont typeface="Noto Sans Symbols"/>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85000"/>
              </a:lnSpc>
              <a:spcBef>
                <a:spcPts val="0"/>
              </a:spcBef>
              <a:spcAft>
                <a:spcPts val="0"/>
              </a:spcAft>
              <a:buClr>
                <a:schemeClr val="dk1"/>
              </a:buClr>
              <a:buSzPts val="2800"/>
              <a:buFont typeface="Calibri"/>
              <a:buNone/>
            </a:pPr>
            <a:r>
              <a:rPr lang="en-US"/>
              <a:t>6. Benefits</a:t>
            </a:r>
            <a:endParaRPr/>
          </a:p>
        </p:txBody>
      </p:sp>
      <p:grpSp>
        <p:nvGrpSpPr>
          <p:cNvPr id="658" name="Google Shape;658;p24"/>
          <p:cNvGrpSpPr/>
          <p:nvPr/>
        </p:nvGrpSpPr>
        <p:grpSpPr>
          <a:xfrm>
            <a:off x="313699" y="2058665"/>
            <a:ext cx="8516601" cy="1604019"/>
            <a:chOff x="1999" y="906190"/>
            <a:chExt cx="8516601" cy="1604019"/>
          </a:xfrm>
        </p:grpSpPr>
        <p:sp>
          <p:nvSpPr>
            <p:cNvPr id="659" name="Google Shape;659;p24"/>
            <p:cNvSpPr/>
            <p:nvPr/>
          </p:nvSpPr>
          <p:spPr>
            <a:xfrm>
              <a:off x="412887" y="906190"/>
              <a:ext cx="672363" cy="672363"/>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4"/>
            <p:cNvSpPr/>
            <p:nvPr/>
          </p:nvSpPr>
          <p:spPr>
            <a:xfrm>
              <a:off x="1999" y="1819169"/>
              <a:ext cx="1494140" cy="6910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4"/>
            <p:cNvSpPr txBox="1"/>
            <p:nvPr/>
          </p:nvSpPr>
          <p:spPr>
            <a:xfrm>
              <a:off x="1999" y="1819169"/>
              <a:ext cx="1494140" cy="691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Rockwell"/>
                <a:buNone/>
              </a:pPr>
              <a:r>
                <a:rPr b="1" lang="en-US" sz="1100">
                  <a:solidFill>
                    <a:schemeClr val="dk1"/>
                  </a:solidFill>
                  <a:latin typeface="Rockwell"/>
                  <a:ea typeface="Rockwell"/>
                  <a:cs typeface="Rockwell"/>
                  <a:sym typeface="Rockwell"/>
                </a:rPr>
                <a:t>Security:</a:t>
              </a:r>
              <a:r>
                <a:rPr lang="en-US" sz="1100">
                  <a:solidFill>
                    <a:schemeClr val="dk1"/>
                  </a:solidFill>
                  <a:latin typeface="Rockwell"/>
                  <a:ea typeface="Rockwell"/>
                  <a:cs typeface="Rockwell"/>
                  <a:sym typeface="Rockwell"/>
                </a:rPr>
                <a:t>Data is encrypted and stored across many computers, making it very hard to hack or change.</a:t>
              </a:r>
              <a:endParaRPr/>
            </a:p>
          </p:txBody>
        </p:sp>
        <p:sp>
          <p:nvSpPr>
            <p:cNvPr id="662" name="Google Shape;662;p24"/>
            <p:cNvSpPr/>
            <p:nvPr/>
          </p:nvSpPr>
          <p:spPr>
            <a:xfrm>
              <a:off x="2168503" y="906190"/>
              <a:ext cx="672363" cy="672363"/>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4"/>
            <p:cNvSpPr/>
            <p:nvPr/>
          </p:nvSpPr>
          <p:spPr>
            <a:xfrm>
              <a:off x="1757614" y="1819169"/>
              <a:ext cx="1494140" cy="6910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4"/>
            <p:cNvSpPr txBox="1"/>
            <p:nvPr/>
          </p:nvSpPr>
          <p:spPr>
            <a:xfrm>
              <a:off x="1757614" y="1819169"/>
              <a:ext cx="1494140" cy="691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Rockwell"/>
                <a:buNone/>
              </a:pPr>
              <a:r>
                <a:rPr b="1" lang="en-US" sz="1100">
                  <a:solidFill>
                    <a:schemeClr val="dk1"/>
                  </a:solidFill>
                  <a:latin typeface="Rockwell"/>
                  <a:ea typeface="Rockwell"/>
                  <a:cs typeface="Rockwell"/>
                  <a:sym typeface="Rockwell"/>
                </a:rPr>
                <a:t>Transparency:</a:t>
              </a:r>
              <a:r>
                <a:rPr lang="en-US" sz="1100">
                  <a:solidFill>
                    <a:schemeClr val="dk1"/>
                  </a:solidFill>
                  <a:latin typeface="Rockwell"/>
                  <a:ea typeface="Rockwell"/>
                  <a:cs typeface="Rockwell"/>
                  <a:sym typeface="Rockwell"/>
                </a:rPr>
                <a:t>Everyone in the network can see transactions, which builds trust.</a:t>
              </a:r>
              <a:endParaRPr/>
            </a:p>
          </p:txBody>
        </p:sp>
        <p:sp>
          <p:nvSpPr>
            <p:cNvPr id="665" name="Google Shape;665;p24"/>
            <p:cNvSpPr/>
            <p:nvPr/>
          </p:nvSpPr>
          <p:spPr>
            <a:xfrm>
              <a:off x="3924118" y="906190"/>
              <a:ext cx="672363" cy="672363"/>
            </a:xfrm>
            <a:prstGeom prst="rect">
              <a:avLst/>
            </a:prstGeom>
            <a:blipFill rotWithShape="1">
              <a:blip r:embed="rId5">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4"/>
            <p:cNvSpPr/>
            <p:nvPr/>
          </p:nvSpPr>
          <p:spPr>
            <a:xfrm>
              <a:off x="3513229" y="1819169"/>
              <a:ext cx="1494140" cy="6910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4"/>
            <p:cNvSpPr txBox="1"/>
            <p:nvPr/>
          </p:nvSpPr>
          <p:spPr>
            <a:xfrm>
              <a:off x="3513229" y="1819169"/>
              <a:ext cx="1494140" cy="691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Rockwell"/>
                <a:buNone/>
              </a:pPr>
              <a:r>
                <a:rPr b="1" lang="en-US" sz="1100">
                  <a:solidFill>
                    <a:schemeClr val="dk1"/>
                  </a:solidFill>
                  <a:latin typeface="Rockwell"/>
                  <a:ea typeface="Rockwell"/>
                  <a:cs typeface="Rockwell"/>
                  <a:sym typeface="Rockwell"/>
                </a:rPr>
                <a:t>No Middlemen:</a:t>
              </a:r>
              <a:r>
                <a:rPr lang="en-US" sz="1100">
                  <a:solidFill>
                    <a:schemeClr val="dk1"/>
                  </a:solidFill>
                  <a:latin typeface="Rockwell"/>
                  <a:ea typeface="Rockwell"/>
                  <a:cs typeface="Rockwell"/>
                  <a:sym typeface="Rockwell"/>
                </a:rPr>
                <a:t>Transactions happen directly between people or organizations, saving time and money.</a:t>
              </a:r>
              <a:endParaRPr/>
            </a:p>
          </p:txBody>
        </p:sp>
        <p:sp>
          <p:nvSpPr>
            <p:cNvPr id="668" name="Google Shape;668;p24"/>
            <p:cNvSpPr/>
            <p:nvPr/>
          </p:nvSpPr>
          <p:spPr>
            <a:xfrm>
              <a:off x="5679733" y="906190"/>
              <a:ext cx="672363" cy="672363"/>
            </a:xfrm>
            <a:prstGeom prst="rect">
              <a:avLst/>
            </a:prstGeom>
            <a:blipFill rotWithShape="1">
              <a:blip r:embed="rId6">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4"/>
            <p:cNvSpPr/>
            <p:nvPr/>
          </p:nvSpPr>
          <p:spPr>
            <a:xfrm>
              <a:off x="5268844" y="1819169"/>
              <a:ext cx="1494140" cy="6910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4"/>
            <p:cNvSpPr txBox="1"/>
            <p:nvPr/>
          </p:nvSpPr>
          <p:spPr>
            <a:xfrm>
              <a:off x="5268844" y="1819169"/>
              <a:ext cx="1494140" cy="691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Rockwell"/>
                <a:buNone/>
              </a:pPr>
              <a:r>
                <a:rPr b="1" lang="en-US" sz="1100">
                  <a:solidFill>
                    <a:schemeClr val="dk1"/>
                  </a:solidFill>
                  <a:latin typeface="Rockwell"/>
                  <a:ea typeface="Rockwell"/>
                  <a:cs typeface="Rockwell"/>
                  <a:sym typeface="Rockwell"/>
                </a:rPr>
                <a:t>Immutability:</a:t>
              </a:r>
              <a:r>
                <a:rPr lang="en-US" sz="1100">
                  <a:solidFill>
                    <a:schemeClr val="dk1"/>
                  </a:solidFill>
                  <a:latin typeface="Rockwell"/>
                  <a:ea typeface="Rockwell"/>
                  <a:cs typeface="Rockwell"/>
                  <a:sym typeface="Rockwell"/>
                </a:rPr>
                <a:t>Once data is recorded, it cannot be altered — ensuring records stay accurate and reliable.</a:t>
              </a:r>
              <a:endParaRPr/>
            </a:p>
          </p:txBody>
        </p:sp>
        <p:sp>
          <p:nvSpPr>
            <p:cNvPr id="671" name="Google Shape;671;p24"/>
            <p:cNvSpPr/>
            <p:nvPr/>
          </p:nvSpPr>
          <p:spPr>
            <a:xfrm>
              <a:off x="7435348" y="906190"/>
              <a:ext cx="672363" cy="672363"/>
            </a:xfrm>
            <a:prstGeom prst="rect">
              <a:avLst/>
            </a:prstGeom>
            <a:blipFill rotWithShape="1">
              <a:blip r:embed="rId7">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4"/>
            <p:cNvSpPr/>
            <p:nvPr/>
          </p:nvSpPr>
          <p:spPr>
            <a:xfrm>
              <a:off x="7024460" y="1819169"/>
              <a:ext cx="1494140" cy="6910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4"/>
            <p:cNvSpPr txBox="1"/>
            <p:nvPr/>
          </p:nvSpPr>
          <p:spPr>
            <a:xfrm>
              <a:off x="7024460" y="1819169"/>
              <a:ext cx="1494140" cy="691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Rockwell"/>
                <a:buNone/>
              </a:pPr>
              <a:r>
                <a:rPr b="1" lang="en-US" sz="1100">
                  <a:solidFill>
                    <a:schemeClr val="dk1"/>
                  </a:solidFill>
                  <a:latin typeface="Rockwell"/>
                  <a:ea typeface="Rockwell"/>
                  <a:cs typeface="Rockwell"/>
                  <a:sym typeface="Rockwell"/>
                </a:rPr>
                <a:t>Efficiency:</a:t>
              </a:r>
              <a:r>
                <a:rPr lang="en-US" sz="1100">
                  <a:solidFill>
                    <a:schemeClr val="dk1"/>
                  </a:solidFill>
                  <a:latin typeface="Rockwell"/>
                  <a:ea typeface="Rockwell"/>
                  <a:cs typeface="Rockwell"/>
                  <a:sym typeface="Rockwell"/>
                </a:rPr>
                <a:t>Processes like payments or record-sharing can happen faster through automation and smart contracts.</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7" name="Shape 677"/>
        <p:cNvGrpSpPr/>
        <p:nvPr/>
      </p:nvGrpSpPr>
      <p:grpSpPr>
        <a:xfrm>
          <a:off x="0" y="0"/>
          <a:ext cx="0" cy="0"/>
          <a:chOff x="0" y="0"/>
          <a:chExt cx="0" cy="0"/>
        </a:xfrm>
      </p:grpSpPr>
      <p:grpSp>
        <p:nvGrpSpPr>
          <p:cNvPr id="678" name="Google Shape;678;p25"/>
          <p:cNvGrpSpPr/>
          <p:nvPr/>
        </p:nvGrpSpPr>
        <p:grpSpPr>
          <a:xfrm>
            <a:off x="-313134" y="0"/>
            <a:ext cx="9438087" cy="5139928"/>
            <a:chOff x="-417513" y="0"/>
            <a:chExt cx="12584114" cy="6853238"/>
          </a:xfrm>
        </p:grpSpPr>
        <p:sp>
          <p:nvSpPr>
            <p:cNvPr id="679" name="Google Shape;679;p25"/>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0" name="Google Shape;680;p25"/>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1" name="Google Shape;681;p25"/>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2" name="Google Shape;682;p25"/>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3" name="Google Shape;683;p25"/>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4" name="Google Shape;684;p25"/>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5" name="Google Shape;685;p25"/>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6" name="Google Shape;686;p25"/>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7" name="Google Shape;687;p25"/>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8" name="Google Shape;688;p25"/>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89" name="Google Shape;689;p25"/>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0" name="Google Shape;690;p25"/>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1" name="Google Shape;691;p25"/>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2" name="Google Shape;692;p25"/>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3" name="Google Shape;693;p25"/>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4" name="Google Shape;694;p25"/>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5" name="Google Shape;695;p25"/>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6" name="Google Shape;696;p25"/>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7" name="Google Shape;697;p25"/>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8" name="Google Shape;698;p25"/>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699" name="Google Shape;699;p25"/>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grpSp>
        <p:nvGrpSpPr>
          <p:cNvPr id="700" name="Google Shape;700;p25"/>
          <p:cNvGrpSpPr/>
          <p:nvPr/>
        </p:nvGrpSpPr>
        <p:grpSpPr>
          <a:xfrm>
            <a:off x="600108" y="1274691"/>
            <a:ext cx="2755857" cy="2602816"/>
            <a:chOff x="697883" y="1816768"/>
            <a:chExt cx="3674476" cy="3470421"/>
          </a:xfrm>
        </p:grpSpPr>
        <p:sp>
          <p:nvSpPr>
            <p:cNvPr id="701" name="Google Shape;701;p25"/>
            <p:cNvSpPr/>
            <p:nvPr/>
          </p:nvSpPr>
          <p:spPr>
            <a:xfrm>
              <a:off x="697883" y="1816768"/>
              <a:ext cx="3674476" cy="50292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02" name="Google Shape;702;p25"/>
            <p:cNvSpPr/>
            <p:nvPr/>
          </p:nvSpPr>
          <p:spPr>
            <a:xfrm rot="10800000">
              <a:off x="2380224" y="5014786"/>
              <a:ext cx="315988" cy="27240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03" name="Google Shape;703;p25"/>
            <p:cNvSpPr/>
            <p:nvPr/>
          </p:nvSpPr>
          <p:spPr>
            <a:xfrm>
              <a:off x="704075" y="2392840"/>
              <a:ext cx="3668284" cy="26243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704" name="Google Shape;704;p25"/>
          <p:cNvSpPr/>
          <p:nvPr/>
        </p:nvSpPr>
        <p:spPr>
          <a:xfrm>
            <a:off x="0" y="0"/>
            <a:ext cx="9143771"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nvGrpSpPr>
          <p:cNvPr id="705" name="Google Shape;705;p25"/>
          <p:cNvGrpSpPr/>
          <p:nvPr/>
        </p:nvGrpSpPr>
        <p:grpSpPr>
          <a:xfrm>
            <a:off x="-313134" y="0"/>
            <a:ext cx="9438087" cy="5139928"/>
            <a:chOff x="-417513" y="0"/>
            <a:chExt cx="12584114" cy="6853238"/>
          </a:xfrm>
        </p:grpSpPr>
        <p:sp>
          <p:nvSpPr>
            <p:cNvPr id="706" name="Google Shape;706;p25"/>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07" name="Google Shape;707;p25"/>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08" name="Google Shape;708;p25"/>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09" name="Google Shape;709;p25"/>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0" name="Google Shape;710;p25"/>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1" name="Google Shape;711;p25"/>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2" name="Google Shape;712;p25"/>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3" name="Google Shape;713;p25"/>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4" name="Google Shape;714;p25"/>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5" name="Google Shape;715;p25"/>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6" name="Google Shape;716;p25"/>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7" name="Google Shape;717;p25"/>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8" name="Google Shape;718;p25"/>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19" name="Google Shape;719;p25"/>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20" name="Google Shape;720;p25"/>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21" name="Google Shape;721;p25"/>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22" name="Google Shape;722;p25"/>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23" name="Google Shape;723;p25"/>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24" name="Google Shape;724;p25"/>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25" name="Google Shape;725;p25"/>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
          <p:nvSpPr>
            <p:cNvPr id="726" name="Google Shape;726;p25"/>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grpSp>
      <p:sp>
        <p:nvSpPr>
          <p:cNvPr id="727" name="Google Shape;727;p25"/>
          <p:cNvSpPr/>
          <p:nvPr/>
        </p:nvSpPr>
        <p:spPr>
          <a:xfrm>
            <a:off x="593761" y="785326"/>
            <a:ext cx="4452664" cy="37719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728" name="Google Shape;728;p25"/>
          <p:cNvSpPr/>
          <p:nvPr/>
        </p:nvSpPr>
        <p:spPr>
          <a:xfrm rot="10800000">
            <a:off x="2701598" y="4159880"/>
            <a:ext cx="236991" cy="204302"/>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729" name="Google Shape;729;p25"/>
          <p:cNvSpPr/>
          <p:nvPr/>
        </p:nvSpPr>
        <p:spPr>
          <a:xfrm>
            <a:off x="593761" y="1225794"/>
            <a:ext cx="4451847" cy="29379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730" name="Google Shape;730;p25"/>
          <p:cNvSpPr txBox="1"/>
          <p:nvPr>
            <p:ph type="title"/>
          </p:nvPr>
        </p:nvSpPr>
        <p:spPr>
          <a:xfrm>
            <a:off x="655483" y="1289051"/>
            <a:ext cx="4325675" cy="804283"/>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2800"/>
              <a:buFont typeface="Calibri"/>
              <a:buNone/>
            </a:pPr>
            <a:r>
              <a:rPr lang="en-US" sz="2500">
                <a:solidFill>
                  <a:srgbClr val="FFFEFF"/>
                </a:solidFill>
              </a:rPr>
              <a:t>Challenges</a:t>
            </a:r>
            <a:endParaRPr/>
          </a:p>
        </p:txBody>
      </p:sp>
      <p:sp>
        <p:nvSpPr>
          <p:cNvPr id="731" name="Google Shape;731;p25"/>
          <p:cNvSpPr txBox="1"/>
          <p:nvPr>
            <p:ph idx="1" type="body"/>
          </p:nvPr>
        </p:nvSpPr>
        <p:spPr>
          <a:xfrm>
            <a:off x="654826" y="2091929"/>
            <a:ext cx="4326332" cy="2012704"/>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210"/>
              <a:buFont typeface="Noto Sans Symbols"/>
              <a:buChar char="▪"/>
            </a:pPr>
            <a:r>
              <a:rPr b="1" lang="en-US" sz="1100">
                <a:solidFill>
                  <a:srgbClr val="FFFFFE"/>
                </a:solidFill>
              </a:rPr>
              <a:t>1. Energy Use:</a:t>
            </a:r>
            <a:r>
              <a:rPr lang="en-US" sz="1100">
                <a:solidFill>
                  <a:srgbClr val="FFFFFE"/>
                </a:solidFill>
              </a:rPr>
              <a:t>Some systems (like Bitcoin) require a lot of computing power and electricity.</a:t>
            </a:r>
            <a:endParaRPr/>
          </a:p>
          <a:p>
            <a:pPr indent="0" lvl="0" marL="0" rtl="0" algn="l">
              <a:lnSpc>
                <a:spcPct val="110000"/>
              </a:lnSpc>
              <a:spcBef>
                <a:spcPts val="0"/>
              </a:spcBef>
              <a:spcAft>
                <a:spcPts val="0"/>
              </a:spcAft>
              <a:buSzPts val="1210"/>
              <a:buFont typeface="Noto Sans Symbols"/>
              <a:buChar char="▪"/>
            </a:pPr>
            <a:r>
              <a:rPr lang="en-US" sz="1100">
                <a:solidFill>
                  <a:srgbClr val="FFFFFE"/>
                </a:solidFill>
              </a:rPr>
              <a:t>2. </a:t>
            </a:r>
            <a:r>
              <a:rPr b="1" lang="en-US" sz="1100">
                <a:solidFill>
                  <a:srgbClr val="FFFFFE"/>
                </a:solidFill>
              </a:rPr>
              <a:t>Scalability:</a:t>
            </a:r>
            <a:r>
              <a:rPr lang="en-US" sz="1100">
                <a:solidFill>
                  <a:srgbClr val="FFFFFE"/>
                </a:solidFill>
              </a:rPr>
              <a:t>When many users join, the network can slow down or become costly to maintain.</a:t>
            </a:r>
            <a:endParaRPr/>
          </a:p>
          <a:p>
            <a:pPr indent="0" lvl="0" marL="0" rtl="0" algn="l">
              <a:lnSpc>
                <a:spcPct val="110000"/>
              </a:lnSpc>
              <a:spcBef>
                <a:spcPts val="0"/>
              </a:spcBef>
              <a:spcAft>
                <a:spcPts val="0"/>
              </a:spcAft>
              <a:buSzPts val="1210"/>
              <a:buFont typeface="Noto Sans Symbols"/>
              <a:buChar char="▪"/>
            </a:pPr>
            <a:r>
              <a:rPr b="1" lang="en-US" sz="1100">
                <a:solidFill>
                  <a:srgbClr val="FFFFFE"/>
                </a:solidFill>
              </a:rPr>
              <a:t>3. Regulation:</a:t>
            </a:r>
            <a:r>
              <a:rPr lang="en-US" sz="1100">
                <a:solidFill>
                  <a:srgbClr val="FFFFFE"/>
                </a:solidFill>
              </a:rPr>
              <a:t>Many governments are still figuring out how to control or monitor blockchain activities.</a:t>
            </a:r>
            <a:endParaRPr/>
          </a:p>
          <a:p>
            <a:pPr indent="0" lvl="0" marL="0" rtl="0" algn="l">
              <a:lnSpc>
                <a:spcPct val="110000"/>
              </a:lnSpc>
              <a:spcBef>
                <a:spcPts val="0"/>
              </a:spcBef>
              <a:spcAft>
                <a:spcPts val="0"/>
              </a:spcAft>
              <a:buSzPts val="1210"/>
              <a:buFont typeface="Noto Sans Symbols"/>
              <a:buChar char="▪"/>
            </a:pPr>
            <a:r>
              <a:rPr b="1" lang="en-US" sz="1100">
                <a:solidFill>
                  <a:srgbClr val="FFFFFE"/>
                </a:solidFill>
              </a:rPr>
              <a:t>4. Complexity:</a:t>
            </a:r>
            <a:r>
              <a:rPr lang="en-US" sz="1100">
                <a:solidFill>
                  <a:srgbClr val="FFFFFE"/>
                </a:solidFill>
              </a:rPr>
              <a:t>The technology is hard to understand and use for beginners or non-technical users.</a:t>
            </a:r>
            <a:endParaRPr/>
          </a:p>
          <a:p>
            <a:pPr indent="0" lvl="0" marL="0" rtl="0" algn="l">
              <a:lnSpc>
                <a:spcPct val="110000"/>
              </a:lnSpc>
              <a:spcBef>
                <a:spcPts val="0"/>
              </a:spcBef>
              <a:spcAft>
                <a:spcPts val="0"/>
              </a:spcAft>
              <a:buSzPts val="1210"/>
              <a:buFont typeface="Noto Sans Symbols"/>
              <a:buChar char="▪"/>
            </a:pPr>
            <a:r>
              <a:rPr b="1" lang="en-US" sz="1100">
                <a:solidFill>
                  <a:srgbClr val="FFFFFE"/>
                </a:solidFill>
              </a:rPr>
              <a:t>5.Data Privacy:</a:t>
            </a:r>
            <a:r>
              <a:rPr lang="en-US" sz="1100">
                <a:solidFill>
                  <a:srgbClr val="FFFFFE"/>
                </a:solidFill>
              </a:rPr>
              <a:t>While transparent, it can be difficult to balance openness with the need to protect sensitive information.</a:t>
            </a:r>
            <a:endParaRPr/>
          </a:p>
          <a:p>
            <a:pPr indent="76835" lvl="0" marL="0" rtl="0" algn="l">
              <a:lnSpc>
                <a:spcPct val="110000"/>
              </a:lnSpc>
              <a:spcBef>
                <a:spcPts val="0"/>
              </a:spcBef>
              <a:spcAft>
                <a:spcPts val="1200"/>
              </a:spcAft>
              <a:buSzPts val="1210"/>
              <a:buFont typeface="Noto Sans Symbols"/>
              <a:buNone/>
            </a:pPr>
            <a:r>
              <a:t/>
            </a:r>
            <a:endParaRPr sz="1100">
              <a:solidFill>
                <a:srgbClr val="FFFFFE"/>
              </a:solidFill>
            </a:endParaRPr>
          </a:p>
        </p:txBody>
      </p:sp>
      <p:pic>
        <p:nvPicPr>
          <p:cNvPr descr="Multicolored circuit board" id="732" name="Google Shape;732;p25"/>
          <p:cNvPicPr preferRelativeResize="0"/>
          <p:nvPr/>
        </p:nvPicPr>
        <p:blipFill rotWithShape="1">
          <a:blip r:embed="rId3">
            <a:alphaModFix/>
          </a:blip>
          <a:srcRect b="1" l="38216" r="22187" t="0"/>
          <a:stretch/>
        </p:blipFill>
        <p:spPr>
          <a:xfrm>
            <a:off x="5662396" y="170"/>
            <a:ext cx="34813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6" name="Shape 736"/>
        <p:cNvGrpSpPr/>
        <p:nvPr/>
      </p:nvGrpSpPr>
      <p:grpSpPr>
        <a:xfrm>
          <a:off x="0" y="0"/>
          <a:ext cx="0" cy="0"/>
          <a:chOff x="0" y="0"/>
          <a:chExt cx="0" cy="0"/>
        </a:xfrm>
      </p:grpSpPr>
      <p:grpSp>
        <p:nvGrpSpPr>
          <p:cNvPr id="737" name="Google Shape;737;p26"/>
          <p:cNvGrpSpPr/>
          <p:nvPr/>
        </p:nvGrpSpPr>
        <p:grpSpPr>
          <a:xfrm>
            <a:off x="-313134" y="0"/>
            <a:ext cx="9438087" cy="5139928"/>
            <a:chOff x="-417513" y="0"/>
            <a:chExt cx="12584114" cy="6853238"/>
          </a:xfrm>
        </p:grpSpPr>
        <p:sp>
          <p:nvSpPr>
            <p:cNvPr id="738" name="Google Shape;738;p26"/>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39" name="Google Shape;739;p26"/>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0" name="Google Shape;740;p26"/>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1" name="Google Shape;741;p26"/>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2" name="Google Shape;742;p26"/>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3" name="Google Shape;743;p26"/>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4" name="Google Shape;744;p26"/>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5" name="Google Shape;745;p26"/>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6" name="Google Shape;746;p26"/>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7" name="Google Shape;747;p26"/>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8" name="Google Shape;748;p26"/>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49" name="Google Shape;749;p26"/>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0" name="Google Shape;750;p26"/>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1" name="Google Shape;751;p26"/>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2" name="Google Shape;752;p26"/>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3" name="Google Shape;753;p26"/>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lt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4" name="Google Shape;754;p26"/>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lt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5" name="Google Shape;755;p26"/>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6" name="Google Shape;756;p26"/>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7" name="Google Shape;757;p26"/>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58" name="Google Shape;758;p26"/>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grpSp>
        <p:nvGrpSpPr>
          <p:cNvPr id="759" name="Google Shape;759;p26"/>
          <p:cNvGrpSpPr/>
          <p:nvPr/>
        </p:nvGrpSpPr>
        <p:grpSpPr>
          <a:xfrm>
            <a:off x="600108" y="1274691"/>
            <a:ext cx="2755857" cy="2602816"/>
            <a:chOff x="697883" y="1816768"/>
            <a:chExt cx="3674476" cy="3470421"/>
          </a:xfrm>
        </p:grpSpPr>
        <p:sp>
          <p:nvSpPr>
            <p:cNvPr id="760" name="Google Shape;760;p26"/>
            <p:cNvSpPr/>
            <p:nvPr/>
          </p:nvSpPr>
          <p:spPr>
            <a:xfrm>
              <a:off x="697883" y="1816768"/>
              <a:ext cx="3674476" cy="50292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61" name="Google Shape;761;p26"/>
            <p:cNvSpPr/>
            <p:nvPr/>
          </p:nvSpPr>
          <p:spPr>
            <a:xfrm rot="10800000">
              <a:off x="2380224" y="5014786"/>
              <a:ext cx="315988" cy="27240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62" name="Google Shape;762;p26"/>
            <p:cNvSpPr/>
            <p:nvPr/>
          </p:nvSpPr>
          <p:spPr>
            <a:xfrm>
              <a:off x="704075" y="2392840"/>
              <a:ext cx="3668284" cy="26243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763" name="Google Shape;763;p26"/>
          <p:cNvSpPr/>
          <p:nvPr/>
        </p:nvSpPr>
        <p:spPr>
          <a:xfrm>
            <a:off x="0" y="0"/>
            <a:ext cx="9144795"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nvGrpSpPr>
          <p:cNvPr id="764" name="Google Shape;764;p26"/>
          <p:cNvGrpSpPr/>
          <p:nvPr/>
        </p:nvGrpSpPr>
        <p:grpSpPr>
          <a:xfrm>
            <a:off x="-247255" y="-44532"/>
            <a:ext cx="9386886" cy="5192848"/>
            <a:chOff x="-329674" y="-51881"/>
            <a:chExt cx="12515851" cy="6923798"/>
          </a:xfrm>
        </p:grpSpPr>
        <p:sp>
          <p:nvSpPr>
            <p:cNvPr id="765" name="Google Shape;765;p26"/>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66" name="Google Shape;766;p26"/>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67" name="Google Shape;767;p26"/>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68" name="Google Shape;768;p26"/>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69" name="Google Shape;769;p26"/>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0" name="Google Shape;770;p26"/>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1" name="Google Shape;771;p26"/>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2" name="Google Shape;772;p26"/>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3" name="Google Shape;773;p26"/>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4" name="Google Shape;774;p26"/>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5" name="Google Shape;775;p26"/>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lt1">
                  <a:alpha val="3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6" name="Google Shape;776;p26"/>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lt1">
                  <a:alpha val="34901"/>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7" name="Google Shape;777;p26"/>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8" name="Google Shape;778;p26"/>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79" name="Google Shape;779;p26"/>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80" name="Google Shape;780;p26"/>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81" name="Google Shape;781;p26"/>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82" name="Google Shape;782;p26"/>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lt1">
                  <a:alpha val="34901"/>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83" name="Google Shape;783;p26"/>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lt1">
                  <a:alpha val="34901"/>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784" name="Google Shape;784;p26"/>
          <p:cNvSpPr txBox="1"/>
          <p:nvPr>
            <p:ph type="title"/>
          </p:nvPr>
        </p:nvSpPr>
        <p:spPr>
          <a:xfrm>
            <a:off x="666472" y="3570099"/>
            <a:ext cx="3820197" cy="1333371"/>
          </a:xfrm>
          <a:prstGeom prst="rect">
            <a:avLst/>
          </a:prstGeom>
          <a:noFill/>
          <a:ln>
            <a:noFill/>
          </a:ln>
        </p:spPr>
        <p:txBody>
          <a:bodyPr anchorCtr="0" anchor="ctr" bIns="228600" lIns="228600" spcFirstLastPara="1" rIns="228600" wrap="square" tIns="228600">
            <a:normAutofit/>
          </a:bodyPr>
          <a:lstStyle/>
          <a:p>
            <a:pPr indent="0" lvl="0" marL="0" rtl="0" algn="r">
              <a:lnSpc>
                <a:spcPct val="85000"/>
              </a:lnSpc>
              <a:spcBef>
                <a:spcPts val="0"/>
              </a:spcBef>
              <a:spcAft>
                <a:spcPts val="0"/>
              </a:spcAft>
              <a:buClr>
                <a:schemeClr val="lt1"/>
              </a:buClr>
              <a:buSzPts val="2800"/>
              <a:buFont typeface="Calibri"/>
              <a:buNone/>
            </a:pPr>
            <a:r>
              <a:rPr lang="en-US" sz="4000"/>
              <a:t>Future and Ethics</a:t>
            </a:r>
            <a:endParaRPr/>
          </a:p>
        </p:txBody>
      </p:sp>
      <p:pic>
        <p:nvPicPr>
          <p:cNvPr descr="Web of wires connecting pins" id="785" name="Google Shape;785;p26"/>
          <p:cNvPicPr preferRelativeResize="0"/>
          <p:nvPr/>
        </p:nvPicPr>
        <p:blipFill rotWithShape="1">
          <a:blip r:embed="rId3">
            <a:alphaModFix/>
          </a:blip>
          <a:srcRect b="26050" l="0" r="0" t="17433"/>
          <a:stretch/>
        </p:blipFill>
        <p:spPr>
          <a:xfrm>
            <a:off x="20" y="10"/>
            <a:ext cx="9143980" cy="3449564"/>
          </a:xfrm>
          <a:custGeom>
            <a:rect b="b" l="l" r="r" t="t"/>
            <a:pathLst>
              <a:path extrusionOk="0" h="4621300" w="12192000">
                <a:moveTo>
                  <a:pt x="0" y="0"/>
                </a:moveTo>
                <a:lnTo>
                  <a:pt x="12192000" y="0"/>
                </a:lnTo>
                <a:lnTo>
                  <a:pt x="12192000" y="3104412"/>
                </a:lnTo>
                <a:lnTo>
                  <a:pt x="12192000" y="3296537"/>
                </a:lnTo>
                <a:lnTo>
                  <a:pt x="12192000" y="4272355"/>
                </a:lnTo>
                <a:lnTo>
                  <a:pt x="12113803" y="4280638"/>
                </a:lnTo>
                <a:cubicBezTo>
                  <a:pt x="10139508" y="4478587"/>
                  <a:pt x="8237152" y="4571590"/>
                  <a:pt x="6753597" y="4604195"/>
                </a:cubicBezTo>
                <a:cubicBezTo>
                  <a:pt x="4940362" y="4644044"/>
                  <a:pt x="2657278" y="4624714"/>
                  <a:pt x="400746" y="4432852"/>
                </a:cubicBezTo>
                <a:lnTo>
                  <a:pt x="0" y="4395876"/>
                </a:lnTo>
                <a:lnTo>
                  <a:pt x="0" y="3296537"/>
                </a:lnTo>
                <a:lnTo>
                  <a:pt x="0" y="3104412"/>
                </a:lnTo>
                <a:close/>
              </a:path>
            </a:pathLst>
          </a:custGeom>
          <a:noFill/>
          <a:ln>
            <a:noFill/>
          </a:ln>
        </p:spPr>
      </p:pic>
      <p:sp>
        <p:nvSpPr>
          <p:cNvPr id="786" name="Google Shape;786;p26"/>
          <p:cNvSpPr txBox="1"/>
          <p:nvPr>
            <p:ph idx="1" type="body"/>
          </p:nvPr>
        </p:nvSpPr>
        <p:spPr>
          <a:xfrm>
            <a:off x="4670029" y="3575745"/>
            <a:ext cx="3880210" cy="1327725"/>
          </a:xfrm>
          <a:prstGeom prst="rect">
            <a:avLst/>
          </a:prstGeom>
          <a:noFill/>
          <a:ln>
            <a:noFill/>
          </a:ln>
        </p:spPr>
        <p:txBody>
          <a:bodyPr anchorCtr="0" anchor="ctr" bIns="45700" lIns="91425" spcFirstLastPara="1" rIns="91425" wrap="square" tIns="45700">
            <a:normAutofit/>
          </a:bodyPr>
          <a:lstStyle/>
          <a:p>
            <a:pPr indent="0" lvl="0" marL="0" rtl="0" algn="l">
              <a:lnSpc>
                <a:spcPct val="120000"/>
              </a:lnSpc>
              <a:spcBef>
                <a:spcPts val="0"/>
              </a:spcBef>
              <a:spcAft>
                <a:spcPts val="0"/>
              </a:spcAft>
              <a:buSzPts val="1430"/>
              <a:buFont typeface="Noto Sans Symbols"/>
              <a:buChar char="▪"/>
            </a:pPr>
            <a:r>
              <a:rPr lang="en-US"/>
              <a:t>1. How might blockchain change how businesses or governments work in the future?</a:t>
            </a:r>
            <a:endParaRPr/>
          </a:p>
          <a:p>
            <a:pPr indent="0" lvl="0" marL="0" rtl="0" algn="l">
              <a:lnSpc>
                <a:spcPct val="120000"/>
              </a:lnSpc>
              <a:spcBef>
                <a:spcPts val="0"/>
              </a:spcBef>
              <a:spcAft>
                <a:spcPts val="0"/>
              </a:spcAft>
              <a:buSzPts val="1430"/>
              <a:buFont typeface="Noto Sans Symbols"/>
              <a:buChar char="▪"/>
            </a:pPr>
            <a:r>
              <a:rPr lang="en-US"/>
              <a:t>2.What ethical or privacy issues could arise from using blockchain?</a:t>
            </a:r>
            <a:endParaRPr/>
          </a:p>
          <a:p>
            <a:pPr indent="94297" lvl="0" marL="0" rtl="0" algn="l">
              <a:lnSpc>
                <a:spcPct val="120000"/>
              </a:lnSpc>
              <a:spcBef>
                <a:spcPts val="0"/>
              </a:spcBef>
              <a:spcAft>
                <a:spcPts val="1200"/>
              </a:spcAft>
              <a:buSzPts val="1485"/>
              <a:buFont typeface="Noto Sans Symbols"/>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90" name="Shape 790"/>
        <p:cNvGrpSpPr/>
        <p:nvPr/>
      </p:nvGrpSpPr>
      <p:grpSpPr>
        <a:xfrm>
          <a:off x="0" y="0"/>
          <a:ext cx="0" cy="0"/>
          <a:chOff x="0" y="0"/>
          <a:chExt cx="0" cy="0"/>
        </a:xfrm>
      </p:grpSpPr>
      <p:grpSp>
        <p:nvGrpSpPr>
          <p:cNvPr id="791" name="Google Shape;791;p27"/>
          <p:cNvGrpSpPr/>
          <p:nvPr/>
        </p:nvGrpSpPr>
        <p:grpSpPr>
          <a:xfrm>
            <a:off x="-313134" y="0"/>
            <a:ext cx="9438087" cy="5139928"/>
            <a:chOff x="-417513" y="0"/>
            <a:chExt cx="12584114" cy="6853238"/>
          </a:xfrm>
        </p:grpSpPr>
        <p:sp>
          <p:nvSpPr>
            <p:cNvPr id="792" name="Google Shape;792;p27"/>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93" name="Google Shape;793;p27"/>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94" name="Google Shape;794;p27"/>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95" name="Google Shape;795;p27"/>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96" name="Google Shape;796;p27"/>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97" name="Google Shape;797;p27"/>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lt1">
                  <a:alpha val="20000"/>
                </a:schemeClr>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98" name="Google Shape;798;p27"/>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799" name="Google Shape;799;p27"/>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0" name="Google Shape;800;p27"/>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1" name="Google Shape;801;p27"/>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2" name="Google Shape;802;p27"/>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3" name="Google Shape;803;p27"/>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4" name="Google Shape;804;p27"/>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5" name="Google Shape;805;p27"/>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6" name="Google Shape;806;p27"/>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7" name="Google Shape;807;p27"/>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lt1">
                  <a:alpha val="20000"/>
                </a:schemeClr>
              </a:solidFill>
              <a:prstDash val="dashDot"/>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8" name="Google Shape;808;p27"/>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lt1">
                  <a:alpha val="20000"/>
                </a:schemeClr>
              </a:solidFill>
              <a:prstDash val="lgDash"/>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09" name="Google Shape;809;p27"/>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10" name="Google Shape;810;p27"/>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11" name="Google Shape;811;p27"/>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12" name="Google Shape;812;p27"/>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lt1">
                  <a:alpha val="20000"/>
                </a:scheme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grpSp>
        <p:nvGrpSpPr>
          <p:cNvPr id="813" name="Google Shape;813;p27"/>
          <p:cNvGrpSpPr/>
          <p:nvPr/>
        </p:nvGrpSpPr>
        <p:grpSpPr>
          <a:xfrm>
            <a:off x="600108" y="1274691"/>
            <a:ext cx="2755857" cy="2602816"/>
            <a:chOff x="697883" y="1816768"/>
            <a:chExt cx="3674476" cy="3470421"/>
          </a:xfrm>
        </p:grpSpPr>
        <p:sp>
          <p:nvSpPr>
            <p:cNvPr id="814" name="Google Shape;814;p27"/>
            <p:cNvSpPr/>
            <p:nvPr/>
          </p:nvSpPr>
          <p:spPr>
            <a:xfrm>
              <a:off x="697883" y="1816768"/>
              <a:ext cx="3674476" cy="50292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15" name="Google Shape;815;p27"/>
            <p:cNvSpPr/>
            <p:nvPr/>
          </p:nvSpPr>
          <p:spPr>
            <a:xfrm rot="10800000">
              <a:off x="2380224" y="5014786"/>
              <a:ext cx="315988" cy="272403"/>
            </a:xfrm>
            <a:prstGeom prst="triangle">
              <a:avLst>
                <a:gd fmla="val 50000" name="adj"/>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sp>
          <p:nvSpPr>
            <p:cNvPr id="816" name="Google Shape;816;p27"/>
            <p:cNvSpPr/>
            <p:nvPr/>
          </p:nvSpPr>
          <p:spPr>
            <a:xfrm>
              <a:off x="704075" y="2392840"/>
              <a:ext cx="3668284" cy="262432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Rockwell"/>
                <a:ea typeface="Rockwell"/>
                <a:cs typeface="Rockwell"/>
                <a:sym typeface="Rockwell"/>
              </a:endParaRPr>
            </a:p>
          </p:txBody>
        </p:sp>
      </p:grpSp>
      <p:sp>
        <p:nvSpPr>
          <p:cNvPr id="817" name="Google Shape;817;p27"/>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818" name="Google Shape;818;p27"/>
          <p:cNvSpPr/>
          <p:nvPr/>
        </p:nvSpPr>
        <p:spPr>
          <a:xfrm rot="-263873">
            <a:off x="222204" y="769688"/>
            <a:ext cx="5473933" cy="3816366"/>
          </a:xfrm>
          <a:custGeom>
            <a:rect b="b" l="l" r="r" t="t"/>
            <a:pathLst>
              <a:path extrusionOk="0" h="5450297" w="7817532">
                <a:moveTo>
                  <a:pt x="36549" y="2751085"/>
                </a:moveTo>
                <a:cubicBezTo>
                  <a:pt x="-281221" y="925127"/>
                  <a:pt x="1526121" y="-147339"/>
                  <a:pt x="3396884" y="16410"/>
                </a:cubicBezTo>
                <a:cubicBezTo>
                  <a:pt x="5267647" y="180159"/>
                  <a:pt x="7817532" y="1453184"/>
                  <a:pt x="7817532" y="3383382"/>
                </a:cubicBezTo>
                <a:cubicBezTo>
                  <a:pt x="7700800" y="5342763"/>
                  <a:pt x="5024455" y="5532775"/>
                  <a:pt x="3727624" y="5427392"/>
                </a:cubicBezTo>
                <a:cubicBezTo>
                  <a:pt x="2430794" y="5322009"/>
                  <a:pt x="354319" y="4577043"/>
                  <a:pt x="36549" y="2751085"/>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819" name="Google Shape;819;p27"/>
          <p:cNvSpPr/>
          <p:nvPr/>
        </p:nvSpPr>
        <p:spPr>
          <a:xfrm rot="-2700000">
            <a:off x="2665905" y="-464679"/>
            <a:ext cx="6762525" cy="6025400"/>
          </a:xfrm>
          <a:custGeom>
            <a:rect b="b" l="l" r="r" t="t"/>
            <a:pathLst>
              <a:path extrusionOk="0" h="8033868" w="9016699">
                <a:moveTo>
                  <a:pt x="6078066" y="782055"/>
                </a:moveTo>
                <a:lnTo>
                  <a:pt x="8705208" y="3409197"/>
                </a:lnTo>
                <a:lnTo>
                  <a:pt x="8793057" y="3617452"/>
                </a:lnTo>
                <a:cubicBezTo>
                  <a:pt x="8935615" y="3988374"/>
                  <a:pt x="9016699" y="4381324"/>
                  <a:pt x="9016699" y="4793120"/>
                </a:cubicBezTo>
                <a:cubicBezTo>
                  <a:pt x="9008675" y="4960329"/>
                  <a:pt x="8989449" y="5120121"/>
                  <a:pt x="8960084" y="5272709"/>
                </a:cubicBezTo>
                <a:lnTo>
                  <a:pt x="8920563" y="5444162"/>
                </a:lnTo>
                <a:lnTo>
                  <a:pt x="6620466" y="7744259"/>
                </a:lnTo>
                <a:lnTo>
                  <a:pt x="6480006" y="7795347"/>
                </a:lnTo>
                <a:cubicBezTo>
                  <a:pt x="5726471" y="8035167"/>
                  <a:pt x="4953020" y="8083925"/>
                  <a:pt x="4389696" y="7987178"/>
                </a:cubicBezTo>
                <a:cubicBezTo>
                  <a:pt x="4014146" y="7922680"/>
                  <a:pt x="3559510" y="7740111"/>
                  <a:pt x="3086984" y="7466023"/>
                </a:cubicBezTo>
                <a:lnTo>
                  <a:pt x="3024300" y="7426965"/>
                </a:lnTo>
                <a:lnTo>
                  <a:pt x="519567" y="4922232"/>
                </a:lnTo>
                <a:lnTo>
                  <a:pt x="419495" y="4733719"/>
                </a:lnTo>
                <a:cubicBezTo>
                  <a:pt x="181303" y="4258474"/>
                  <a:pt x="28977" y="3756361"/>
                  <a:pt x="3514" y="3245168"/>
                </a:cubicBezTo>
                <a:cubicBezTo>
                  <a:pt x="-112889" y="908287"/>
                  <a:pt x="2691131" y="-221884"/>
                  <a:pt x="4193329" y="36108"/>
                </a:cubicBezTo>
                <a:cubicBezTo>
                  <a:pt x="4662766" y="116730"/>
                  <a:pt x="5309837" y="354143"/>
                  <a:pt x="5977677" y="722908"/>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820" name="Google Shape;820;p27"/>
          <p:cNvSpPr txBox="1"/>
          <p:nvPr>
            <p:ph type="title"/>
          </p:nvPr>
        </p:nvSpPr>
        <p:spPr>
          <a:xfrm>
            <a:off x="605790" y="1762443"/>
            <a:ext cx="1831420" cy="1842332"/>
          </a:xfrm>
          <a:prstGeom prst="rect">
            <a:avLst/>
          </a:prstGeom>
          <a:noFill/>
          <a:ln>
            <a:noFill/>
          </a:ln>
        </p:spPr>
        <p:txBody>
          <a:bodyPr anchorCtr="0" anchor="ctr" bIns="228600" lIns="228600" spcFirstLastPara="1" rIns="228600" wrap="square" tIns="228600">
            <a:normAutofit/>
          </a:bodyPr>
          <a:lstStyle/>
          <a:p>
            <a:pPr indent="0" lvl="0" marL="0" rtl="0" algn="l">
              <a:lnSpc>
                <a:spcPct val="85000"/>
              </a:lnSpc>
              <a:spcBef>
                <a:spcPts val="0"/>
              </a:spcBef>
              <a:spcAft>
                <a:spcPts val="0"/>
              </a:spcAft>
              <a:buClr>
                <a:srgbClr val="FFFEFF"/>
              </a:buClr>
              <a:buSzPts val="2800"/>
              <a:buFont typeface="Calibri"/>
              <a:buNone/>
            </a:pPr>
            <a:r>
              <a:rPr lang="en-US" sz="2400">
                <a:solidFill>
                  <a:srgbClr val="FFFEFF"/>
                </a:solidFill>
              </a:rPr>
              <a:t>Conclusion </a:t>
            </a:r>
            <a:endParaRPr/>
          </a:p>
        </p:txBody>
      </p:sp>
      <p:sp>
        <p:nvSpPr>
          <p:cNvPr id="821" name="Google Shape;821;p27"/>
          <p:cNvSpPr txBox="1"/>
          <p:nvPr>
            <p:ph idx="1" type="body"/>
          </p:nvPr>
        </p:nvSpPr>
        <p:spPr>
          <a:xfrm>
            <a:off x="3634739" y="833436"/>
            <a:ext cx="4915501" cy="3476628"/>
          </a:xfrm>
          <a:prstGeom prst="rect">
            <a:avLst/>
          </a:prstGeom>
          <a:noFill/>
          <a:ln>
            <a:noFill/>
          </a:ln>
        </p:spPr>
        <p:txBody>
          <a:bodyPr anchorCtr="0" anchor="ctr" bIns="45700" lIns="91425" spcFirstLastPara="1" rIns="91425" wrap="square" tIns="45700">
            <a:normAutofit/>
          </a:bodyPr>
          <a:lstStyle/>
          <a:p>
            <a:pPr indent="-228600" lvl="0" marL="457200" rtl="0" algn="l">
              <a:lnSpc>
                <a:spcPct val="120000"/>
              </a:lnSpc>
              <a:spcBef>
                <a:spcPts val="1200"/>
              </a:spcBef>
              <a:spcAft>
                <a:spcPts val="0"/>
              </a:spcAft>
              <a:buSzPts val="1430"/>
              <a:buFont typeface="Noto Sans Symbols"/>
              <a:buChar char="▪"/>
            </a:pPr>
            <a:r>
              <a:rPr lang="en-US"/>
              <a:t>Blockchain is changing how people store, share, and trust information.</a:t>
            </a:r>
            <a:endParaRPr/>
          </a:p>
          <a:p>
            <a:pPr indent="-228600" lvl="0" marL="457200" rtl="0" algn="l">
              <a:lnSpc>
                <a:spcPct val="120000"/>
              </a:lnSpc>
              <a:spcBef>
                <a:spcPts val="0"/>
              </a:spcBef>
              <a:spcAft>
                <a:spcPts val="0"/>
              </a:spcAft>
              <a:buSzPts val="1430"/>
              <a:buFont typeface="Noto Sans Symbols"/>
              <a:buChar char="▪"/>
            </a:pPr>
            <a:r>
              <a:rPr lang="en-US"/>
              <a:t>It removes the need for middlemen, protects against fraud, and builds a new level of transparency across industries.</a:t>
            </a:r>
            <a:endParaRPr/>
          </a:p>
          <a:p>
            <a:pPr indent="-228600" lvl="0" marL="457200" rtl="0" algn="l">
              <a:lnSpc>
                <a:spcPct val="120000"/>
              </a:lnSpc>
              <a:spcBef>
                <a:spcPts val="0"/>
              </a:spcBef>
              <a:spcAft>
                <a:spcPts val="0"/>
              </a:spcAft>
              <a:buSzPts val="1430"/>
              <a:buFont typeface="Noto Sans Symbols"/>
              <a:buChar char="▪"/>
            </a:pPr>
            <a:r>
              <a:rPr lang="en-US"/>
              <a:t>Although there are still challenges like energy use and regulation blockchain continues to grow as one of the most powerful and secure technologies shaping the future of finance, healthcare, and digital systems.</a:t>
            </a:r>
            <a:endParaRPr/>
          </a:p>
          <a:p>
            <a:pPr indent="94297" lvl="0" marL="0" rtl="0" algn="l">
              <a:lnSpc>
                <a:spcPct val="120000"/>
              </a:lnSpc>
              <a:spcBef>
                <a:spcPts val="1200"/>
              </a:spcBef>
              <a:spcAft>
                <a:spcPts val="1200"/>
              </a:spcAft>
              <a:buSzPts val="1485"/>
              <a:buFont typeface="Noto Sans Symbols"/>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85000"/>
              </a:lnSpc>
              <a:spcBef>
                <a:spcPts val="0"/>
              </a:spcBef>
              <a:spcAft>
                <a:spcPts val="0"/>
              </a:spcAft>
              <a:buClr>
                <a:schemeClr val="dk1"/>
              </a:buClr>
              <a:buSzPts val="2800"/>
              <a:buFont typeface="Calibri"/>
              <a:buNone/>
            </a:pPr>
            <a:r>
              <a:rPr b="1" lang="en-US"/>
              <a:t>Learning Assessment Question 1</a:t>
            </a:r>
            <a:endParaRPr/>
          </a:p>
        </p:txBody>
      </p:sp>
      <p:sp>
        <p:nvSpPr>
          <p:cNvPr id="827" name="Google Shape;827;p28"/>
          <p:cNvSpPr txBox="1"/>
          <p:nvPr>
            <p:ph idx="1" type="body"/>
          </p:nvPr>
        </p:nvSpPr>
        <p:spPr>
          <a:xfrm>
            <a:off x="311700" y="1410812"/>
            <a:ext cx="5981125" cy="175432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None/>
            </a:pPr>
            <a:r>
              <a:rPr b="1" i="0" lang="en-US" sz="1800" u="none" cap="none" strike="noStrike">
                <a:solidFill>
                  <a:srgbClr val="000000"/>
                </a:solidFill>
                <a:latin typeface="Arial"/>
                <a:ea typeface="Arial"/>
                <a:cs typeface="Arial"/>
                <a:sym typeface="Arial"/>
              </a:rPr>
              <a:t>What is the main purpose of blockchain technology?</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 To store information in one central location</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highlight>
                  <a:srgbClr val="FFFF00"/>
                </a:highlight>
                <a:latin typeface="Arial"/>
                <a:ea typeface="Arial"/>
                <a:cs typeface="Arial"/>
                <a:sym typeface="Arial"/>
              </a:rPr>
              <a:t>b) To create a secure and shared record of transactions</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 To hide all financial data from the public</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 To replace the internet completely</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85000"/>
              </a:lnSpc>
              <a:spcBef>
                <a:spcPts val="0"/>
              </a:spcBef>
              <a:spcAft>
                <a:spcPts val="0"/>
              </a:spcAft>
              <a:buClr>
                <a:schemeClr val="dk1"/>
              </a:buClr>
              <a:buSzPts val="2800"/>
              <a:buFont typeface="Calibri"/>
              <a:buNone/>
            </a:pPr>
            <a:r>
              <a:rPr b="1" lang="en-US"/>
              <a:t>Question 2</a:t>
            </a:r>
            <a:endParaRPr/>
          </a:p>
        </p:txBody>
      </p:sp>
      <p:sp>
        <p:nvSpPr>
          <p:cNvPr id="833" name="Google Shape;833;p29"/>
          <p:cNvSpPr txBox="1"/>
          <p:nvPr>
            <p:ph idx="1" type="body"/>
          </p:nvPr>
        </p:nvSpPr>
        <p:spPr>
          <a:xfrm>
            <a:off x="311700" y="1983512"/>
            <a:ext cx="5455340" cy="175432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None/>
            </a:pPr>
            <a:r>
              <a:rPr b="1" i="0" lang="en-US" sz="1800" u="none" cap="none" strike="noStrike">
                <a:solidFill>
                  <a:srgbClr val="000000"/>
                </a:solidFill>
                <a:latin typeface="Arial"/>
                <a:ea typeface="Arial"/>
                <a:cs typeface="Arial"/>
                <a:sym typeface="Arial"/>
              </a:rPr>
              <a:t>Why is blockchain often called “decentralized”?</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 Because it’s managed by a single organization</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highlight>
                  <a:srgbClr val="FFFF00"/>
                </a:highlight>
                <a:latin typeface="Arial"/>
                <a:ea typeface="Arial"/>
                <a:cs typeface="Arial"/>
                <a:sym typeface="Arial"/>
              </a:rPr>
              <a:t>b) Because data is stored across many computers</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 Because it has no users</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 Because it cannot be accessed online</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85000"/>
              </a:lnSpc>
              <a:spcBef>
                <a:spcPts val="0"/>
              </a:spcBef>
              <a:spcAft>
                <a:spcPts val="0"/>
              </a:spcAft>
              <a:buClr>
                <a:schemeClr val="dk1"/>
              </a:buClr>
              <a:buSzPts val="2800"/>
              <a:buFont typeface="Calibri"/>
              <a:buNone/>
            </a:pPr>
            <a:r>
              <a:rPr b="1" lang="en-US"/>
              <a:t>Question 3</a:t>
            </a:r>
            <a:endParaRPr/>
          </a:p>
        </p:txBody>
      </p:sp>
      <p:sp>
        <p:nvSpPr>
          <p:cNvPr id="839" name="Google Shape;839;p30"/>
          <p:cNvSpPr txBox="1"/>
          <p:nvPr>
            <p:ph idx="1" type="body"/>
          </p:nvPr>
        </p:nvSpPr>
        <p:spPr>
          <a:xfrm>
            <a:off x="152674" y="2137914"/>
            <a:ext cx="6032421" cy="147732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None/>
            </a:pPr>
            <a:r>
              <a:rPr b="1" i="0" lang="en-US" sz="1800" u="none" cap="none" strike="noStrike">
                <a:solidFill>
                  <a:srgbClr val="000000"/>
                </a:solidFill>
                <a:latin typeface="Arial"/>
                <a:ea typeface="Arial"/>
                <a:cs typeface="Arial"/>
                <a:sym typeface="Arial"/>
              </a:rPr>
              <a:t>What connects one block to another in a blockchain?</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 A password</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b) A link code</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highlight>
                  <a:srgbClr val="FFFF00"/>
                </a:highlight>
                <a:latin typeface="Arial"/>
                <a:ea typeface="Arial"/>
                <a:cs typeface="Arial"/>
                <a:sym typeface="Arial"/>
              </a:rPr>
              <a:t>c) A cryptographic hash</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 A transaction ID</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85000"/>
              </a:lnSpc>
              <a:spcBef>
                <a:spcPts val="0"/>
              </a:spcBef>
              <a:spcAft>
                <a:spcPts val="0"/>
              </a:spcAft>
              <a:buClr>
                <a:schemeClr val="dk1"/>
              </a:buClr>
              <a:buSzPts val="2800"/>
              <a:buFont typeface="Calibri"/>
              <a:buNone/>
            </a:pPr>
            <a:r>
              <a:rPr b="1" lang="en-US"/>
              <a:t>Question 4</a:t>
            </a:r>
            <a:endParaRPr/>
          </a:p>
        </p:txBody>
      </p:sp>
      <p:sp>
        <p:nvSpPr>
          <p:cNvPr id="845" name="Google Shape;845;p31"/>
          <p:cNvSpPr txBox="1"/>
          <p:nvPr>
            <p:ph idx="1" type="body"/>
          </p:nvPr>
        </p:nvSpPr>
        <p:spPr>
          <a:xfrm>
            <a:off x="311700" y="2122011"/>
            <a:ext cx="4603311" cy="147732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None/>
            </a:pPr>
            <a:r>
              <a:rPr b="1" i="0" lang="en-US" sz="1800" u="none" cap="none" strike="noStrike">
                <a:solidFill>
                  <a:srgbClr val="000000"/>
                </a:solidFill>
                <a:latin typeface="Arial"/>
                <a:ea typeface="Arial"/>
                <a:cs typeface="Arial"/>
                <a:sym typeface="Arial"/>
              </a:rPr>
              <a:t>Why is blockchain considered secure?</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 Because only one user can edit it</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highlight>
                  <a:srgbClr val="FFFF00"/>
                </a:highlight>
                <a:latin typeface="Arial"/>
                <a:ea typeface="Arial"/>
                <a:cs typeface="Arial"/>
                <a:sym typeface="Arial"/>
              </a:rPr>
              <a:t>b) Because it uses cryptography to protect data</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 Because it is disconnected from the internet</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 Because it deletes old records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85000"/>
              </a:lnSpc>
              <a:spcBef>
                <a:spcPts val="0"/>
              </a:spcBef>
              <a:spcAft>
                <a:spcPts val="0"/>
              </a:spcAft>
              <a:buClr>
                <a:schemeClr val="dk1"/>
              </a:buClr>
              <a:buSzPts val="2800"/>
              <a:buFont typeface="Calibri"/>
              <a:buNone/>
            </a:pPr>
            <a:r>
              <a:rPr b="1" lang="en-US"/>
              <a:t>Question 5</a:t>
            </a:r>
            <a:endParaRPr/>
          </a:p>
        </p:txBody>
      </p:sp>
      <p:sp>
        <p:nvSpPr>
          <p:cNvPr id="851" name="Google Shape;851;p32"/>
          <p:cNvSpPr txBox="1"/>
          <p:nvPr>
            <p:ph idx="1" type="body"/>
          </p:nvPr>
        </p:nvSpPr>
        <p:spPr>
          <a:xfrm>
            <a:off x="311700" y="1983512"/>
            <a:ext cx="5557932" cy="175432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None/>
            </a:pPr>
            <a:r>
              <a:rPr b="1" i="0" lang="en-US" sz="1800" u="none" cap="none" strike="noStrike">
                <a:solidFill>
                  <a:srgbClr val="000000"/>
                </a:solidFill>
                <a:latin typeface="Arial"/>
                <a:ea typeface="Arial"/>
                <a:cs typeface="Arial"/>
                <a:sym typeface="Arial"/>
              </a:rPr>
              <a:t>Which of these is an example of blockchain use?</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 Online shopping carts</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highlight>
                  <a:srgbClr val="FFFF00"/>
                </a:highlight>
                <a:latin typeface="Arial"/>
                <a:ea typeface="Arial"/>
                <a:cs typeface="Arial"/>
                <a:sym typeface="Arial"/>
              </a:rPr>
              <a:t>b) Cryptocurrency like Bitcoin</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 Text messaging apps</a:t>
            </a:r>
            <a:br>
              <a:rPr b="0" i="0" lang="en-US" sz="1800" u="none" cap="none" strike="noStrike">
                <a:solidFill>
                  <a:schemeClr val="dk1"/>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 File compression software</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Atlas">
  <a:themeElements>
    <a:clrScheme name="Atlas">
      <a:dk1>
        <a:srgbClr val="000000"/>
      </a:dk1>
      <a:lt1>
        <a:srgbClr val="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tlas">
  <a:themeElements>
    <a:clrScheme name="Atlas">
      <a:dk1>
        <a:srgbClr val="000000"/>
      </a:dk1>
      <a:lt1>
        <a:srgbClr val="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