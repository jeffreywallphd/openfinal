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9d8de3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9d8de3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c9d8de30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c9d8de3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9d8de30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9d8de30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c9d8de30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c9d8de30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c9d8de30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c9d8de30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c9d8de30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c9d8de30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c9d8de30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c9d8de30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c9d8de30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c9d8de30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c9d8de30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c9d8de30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c9d8de30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c9d8de30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Stocks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Stock Valuation Methods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Discounted Cash Flow (DCF):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estimates how much a company’s future cash flows are worth in today’s dollars.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Investors use DCF to find a company’s intrinsic value — if that value is higher than the current stock price, it may be a good buy.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If you expect a company to generate $1M in annual cash flow growing 5% per year, DCF helps estimate what that stream of money is worth today.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Comparable Company Analysis: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Compares a company’s ratios (P/E, EV/EBITDA, P/B) to similar businesses in the same industry.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It’s useful when you want to see if a company is overvalued or undervalued relative to peers.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Cash Flow (FCF):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FCF shows how much money a company has left after paying for operations and capital expenses.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or growing FCF means the company can reinvest in growth, pay dividends, or reduce debt.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Market Cycles and Behavior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Economic Phases: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During expansion, growth stocks usually perform best.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During peaks, defensive sectors like utilities or consumer staples become safer bets.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recovery, cyclical sectors (like tech and finance) rebound fastest.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Sector Rotation: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Investors can shift focus to industries that historically outperform during certain phases.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Energy and industrial stocks often do well early in a recovery, while healthcare holds up better in a downturn.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Finance: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Investor psychology drives short-term market moves. Fear, greed, and herd behavior often cause people to buy high and sell low.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Recognizing your own biases — and staying disciplined — helps you stay rational when others aren’t.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Optimization and Risk Management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Portfolio Theory (MPT):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Suggests combining assets with different risk levels can improve returns without increasing overall risk.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example, pairing tech stocks (high growth, high risk) with bonds or dividend stocks (steady income) can create a smoother performance curve.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Beta and Volatility: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Beta measures how much a stock moves compared to the market.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beta over 1 means it’s more volatile than average; under 1 means more stable.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Sharpe Ratio: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tells you how much return you’re earning for each unit of risk taken.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higher ratio = better risk-adjusted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Hedging: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Advanced investors may use tools like options or ETFs that move opposite the market to protect against downturns.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Technical and Fundamental Analysis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Technical Analysis: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Involves studying price charts and indicators to identify patterns and trends.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Moving Averages: Smooth out price data to spot long-term direction.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RSI (Relative Strength Index): Shows if a stock is overbought or oversold.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MACD: Highlights momentum changes — useful for timing entries and exits.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Fundamental Analysis: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Looks at company data — earnings, cash flow, debt, management — to assess true value.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Advanced investors dig into free cash flow trends, capital structure, and profit margins over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Combining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Use fundamentals to pick a strong company and technicals to decide when to buy.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Long-Term Strategy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Thematic Investing: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 on long-term trends like AI, renewable energy, or biotech.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themes can outperform over decades but require patience.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Rebalancing and Taxes: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 time, some holdings grow faster than others — rebalancing restores balance.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Tax-efficient investors also use strategies like tax-loss harvesting to offset gains.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vs Passive: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advanced investors often mix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Passive for stable market exposure.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Active for high-conviction, researched opportunities.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Review: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Regularly compare your portfolio’s returns to a benchmark like the S&amp;P 500. If you consistently lag, re-evaluate your strategy.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Assessment Question 1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main goal of a Discounted Cash Flow (DCF) analysis?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To estimate what future cash flows are worth in today’s terms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track daily price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compare company revenue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project short-term profits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one reason to study market cycles?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predict exact stock 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To identify which sectors tend to perform better during each phase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decide which days to trade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avoid fundamental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a high Sharpe Ratio desirable?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shows high volatility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It means you’re earning more return for each unit of risk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means the stock is undervalued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measures company debt levels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r>
              <a:rPr lang="en"/>
              <a:t> 4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advanced investors combine technical and fundamental analysis?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To time purchases of fundamentally strong companies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make short-term guesses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avoid doing in-depth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replace valuation methods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main purpose of rebalancing a portfolio?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maximize tax write-offs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To maintain your target mix of investments as markets change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increase overall volatility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invest only in new sectors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