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76a47b3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76a47b3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a47b3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a47b3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Investing Overview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