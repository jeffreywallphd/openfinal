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4f0cfd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4f0cfd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c4f0cfd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c4f0cfd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c4f0cfd6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c4f0cfd6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c4f0cfd6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c4f0cfd6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4f0cfd6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4f0cfd6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c4f0cfd6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c4f0cfd6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c4f0cfd6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c4f0cfd6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c4f0cfd69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c4f0cfd6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4f0cfd69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4f0cfd69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4f0cfd6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c4f0cfd6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5850" y="781525"/>
            <a:ext cx="8832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Beginner Stocks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Stocks?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8520600" cy="17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Stocks represent ownership in a company.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Owning a stock means you own a small part (“share”) of that business.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Companies issue stock to raise money for growth (through IPOs).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Investors buy stock hoping its value will rise over time.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785" y="2571750"/>
            <a:ext cx="4242441" cy="23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74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Investors Make Money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536288"/>
            <a:ext cx="4175100" cy="24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Capital gains: when a stock’s price increases from what you paid.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Dividends: some companies share profits with shareholders.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Reinvesting dividends helps your investment grow faster through compounding.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7329" r="16172" t="0"/>
          <a:stretch/>
        </p:blipFill>
        <p:spPr>
          <a:xfrm>
            <a:off x="4870400" y="1157213"/>
            <a:ext cx="3885249" cy="35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Stocks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366800" cy="3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stocks: give ownership and voting rights.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Preferred stocks: pay fixed dividends but no voting rights.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vs Value stocks: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Growth = fast-growing companies, higher risk/reward.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Value = stable companies trading below their worth.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850" y="1244975"/>
            <a:ext cx="3719149" cy="2975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Risk, Reward, and Time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Stocks can rise and fall in the short term — that’s volatility.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time, stocks historically outperform savings and bonds.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key to success: invest for the long term, not quick wins.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901" y="2340575"/>
            <a:ext cx="3976175" cy="26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a brokerage or investing app account.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small — even $10 or fractional shares can build wealth.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ETFs or index funds if you want simple diversification.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Stay consistent: regular investing beats trying to “time” the market.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513" y="2706525"/>
            <a:ext cx="4684979" cy="22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Assessment Question 1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7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does owning a stock actually mean?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You’re lending money to a company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>
                <a:highlight>
                  <a:schemeClr val="accent6"/>
                </a:highlight>
              </a:rPr>
              <a:t>You own a small part (share) of that company</a:t>
            </a:r>
            <a:endParaRPr>
              <a:highlight>
                <a:schemeClr val="accent6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You’re guaranteed a fixed return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You’re an employee of the company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of the following is one way investors can make money from stocks?</a:t>
            </a:r>
            <a:endParaRPr/>
          </a:p>
          <a:p>
            <a:pPr indent="-336550" lvl="1" marL="914400" rtl="0" algn="l">
              <a:spcBef>
                <a:spcPts val="1200"/>
              </a:spcBef>
              <a:spcAft>
                <a:spcPts val="0"/>
              </a:spcAft>
              <a:buSzPts val="1700"/>
              <a:buAutoNum type="alphaLcPeriod"/>
            </a:pPr>
            <a:r>
              <a:rPr lang="en">
                <a:highlight>
                  <a:schemeClr val="accent6"/>
                </a:highlight>
              </a:rPr>
              <a:t>Collecting capital gains when the stock price increases</a:t>
            </a:r>
            <a:endParaRPr>
              <a:highlight>
                <a:schemeClr val="accent6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Paying dividends to the company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Selling bonds at a discount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Avoiding all market risk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key difference between growth and value stocks?</a:t>
            </a:r>
            <a:endParaRPr/>
          </a:p>
          <a:p>
            <a:pPr indent="-336550" lvl="1" marL="914400" rtl="0" algn="l">
              <a:spcBef>
                <a:spcPts val="120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Growth stocks are usually slower but safer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Value stocks are overhyped and risky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>
                <a:highlight>
                  <a:schemeClr val="accent6"/>
                </a:highlight>
              </a:rPr>
              <a:t>Growth stocks focus on expansion; value stocks are stable and often undervalued</a:t>
            </a:r>
            <a:endParaRPr>
              <a:highlight>
                <a:schemeClr val="accent6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/>
              <a:t>There is no difference — they’re the same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90525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investing in stocks considered riskier in the short term?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chemeClr val="accent6"/>
                </a:highlight>
              </a:rPr>
              <a:t>Because prices can fluctuate quickly</a:t>
            </a:r>
            <a:endParaRPr>
              <a:highlight>
                <a:schemeClr val="accent6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Because stocks never go 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Because they are illegal to trade daily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Because they pay too many dividends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does a company gain by issuing stock to the public?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Extra employees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chemeClr val="accent6"/>
                </a:highlight>
              </a:rPr>
              <a:t>Money to fund and grow its business</a:t>
            </a:r>
            <a:endParaRPr>
              <a:highlight>
                <a:schemeClr val="accent6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Guaranteed higher profits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Less responsibility to shareholders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