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Barlow ExtraLight"/>
      <p:regular r:id="rId12"/>
      <p:bold r:id="rId13"/>
      <p:italic r:id="rId14"/>
      <p:boldItalic r:id="rId15"/>
    </p:embeddedFont>
    <p:embeddedFont>
      <p:font typeface="Hepta Slab Medium"/>
      <p:regular r:id="rId16"/>
      <p:bold r:id="rId17"/>
    </p:embeddedFont>
    <p:embeddedFont>
      <p:font typeface="Hepta Slab Light"/>
      <p:regular r:id="rId18"/>
      <p:bold r:id="rId19"/>
    </p:embeddedFont>
    <p:embeddedFont>
      <p:font typeface="Hepta Slab"/>
      <p:regular r:id="rId20"/>
      <p:bold r:id="rId21"/>
    </p:embeddedFont>
    <p:embeddedFont>
      <p:font typeface="Barlow Medium"/>
      <p:regular r:id="rId22"/>
      <p:bold r:id="rId23"/>
      <p:italic r:id="rId24"/>
      <p:boldItalic r:id="rId25"/>
    </p:embeddedFont>
    <p:embeddedFont>
      <p:font typeface="Barlow Light"/>
      <p:regular r:id="rId26"/>
      <p:bold r:id="rId27"/>
      <p:italic r:id="rId28"/>
      <p:boldItalic r:id="rId29"/>
    </p:embeddedFont>
    <p:embeddedFont>
      <p:font typeface="Barlow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ptaSlab-regular.fntdata"/><Relationship Id="rId22" Type="http://schemas.openxmlformats.org/officeDocument/2006/relationships/font" Target="fonts/BarlowMedium-regular.fntdata"/><Relationship Id="rId21" Type="http://schemas.openxmlformats.org/officeDocument/2006/relationships/font" Target="fonts/HeptaSlab-bold.fntdata"/><Relationship Id="rId24" Type="http://schemas.openxmlformats.org/officeDocument/2006/relationships/font" Target="fonts/BarlowMedium-italic.fntdata"/><Relationship Id="rId23" Type="http://schemas.openxmlformats.org/officeDocument/2006/relationships/font" Target="fonts/Barlow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BarlowLight-regular.fntdata"/><Relationship Id="rId25" Type="http://schemas.openxmlformats.org/officeDocument/2006/relationships/font" Target="fonts/BarlowMedium-boldItalic.fntdata"/><Relationship Id="rId28" Type="http://schemas.openxmlformats.org/officeDocument/2006/relationships/font" Target="fonts/BarlowLight-italic.fntdata"/><Relationship Id="rId27" Type="http://schemas.openxmlformats.org/officeDocument/2006/relationships/font" Target="fonts/BarlowLight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BarlowLigh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Barlow-bold.fntdata"/><Relationship Id="rId30" Type="http://schemas.openxmlformats.org/officeDocument/2006/relationships/font" Target="fonts/Barlow-regular.fntdata"/><Relationship Id="rId11" Type="http://schemas.openxmlformats.org/officeDocument/2006/relationships/slide" Target="slides/slide5.xml"/><Relationship Id="rId33" Type="http://schemas.openxmlformats.org/officeDocument/2006/relationships/font" Target="fonts/Barlow-boldItalic.fntdata"/><Relationship Id="rId10" Type="http://schemas.openxmlformats.org/officeDocument/2006/relationships/slide" Target="slides/slide4.xml"/><Relationship Id="rId32" Type="http://schemas.openxmlformats.org/officeDocument/2006/relationships/font" Target="fonts/Barlow-italic.fntdata"/><Relationship Id="rId13" Type="http://schemas.openxmlformats.org/officeDocument/2006/relationships/font" Target="fonts/BarlowExtraLight-bold.fntdata"/><Relationship Id="rId12" Type="http://schemas.openxmlformats.org/officeDocument/2006/relationships/font" Target="fonts/BarlowExtraLight-regular.fntdata"/><Relationship Id="rId15" Type="http://schemas.openxmlformats.org/officeDocument/2006/relationships/font" Target="fonts/BarlowExtraLight-boldItalic.fntdata"/><Relationship Id="rId14" Type="http://schemas.openxmlformats.org/officeDocument/2006/relationships/font" Target="fonts/BarlowExtraLight-italic.fntdata"/><Relationship Id="rId17" Type="http://schemas.openxmlformats.org/officeDocument/2006/relationships/font" Target="fonts/HeptaSlabMedium-bold.fntdata"/><Relationship Id="rId16" Type="http://schemas.openxmlformats.org/officeDocument/2006/relationships/font" Target="fonts/HeptaSlabMedium-regular.fntdata"/><Relationship Id="rId19" Type="http://schemas.openxmlformats.org/officeDocument/2006/relationships/font" Target="fonts/HeptaSlabLight-bold.fntdata"/><Relationship Id="rId18" Type="http://schemas.openxmlformats.org/officeDocument/2006/relationships/font" Target="fonts/HeptaSlab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dd238d4dfe_0_1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dd238d4dfe_0_1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dd238d4dfe_0_19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dd238d4dfe_0_19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dd238d4dfe_0_19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dd238d4dfe_0_19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dd238d4dfe_0_1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dd238d4dfe_0_1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dd238d4dfe_0_19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dd238d4dfe_0_19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2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78" name="Google Shape;178;p35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7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6"/>
          <p:cNvSpPr txBox="1"/>
          <p:nvPr>
            <p:ph idx="1" type="body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3" name="Google Shape;183;p36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84" name="Google Shape;184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tx">
  <p:cSld name="TITLE_AND_BODY">
    <p:bg>
      <p:bgPr>
        <a:solidFill>
          <a:schemeClr val="accent4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7"/>
          <p:cNvSpPr txBox="1"/>
          <p:nvPr>
            <p:ph idx="1" type="subTitle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87" name="Google Shape;187;p37"/>
          <p:cNvSpPr txBox="1"/>
          <p:nvPr>
            <p:ph idx="2" type="body"/>
          </p:nvPr>
        </p:nvSpPr>
        <p:spPr>
          <a:xfrm>
            <a:off x="711097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88" name="Google Shape;188;p37"/>
          <p:cNvSpPr txBox="1"/>
          <p:nvPr>
            <p:ph idx="3" type="subTitle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89" name="Google Shape;189;p37"/>
          <p:cNvSpPr txBox="1"/>
          <p:nvPr>
            <p:ph idx="4" type="body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0" name="Google Shape;190;p37"/>
          <p:cNvSpPr txBox="1"/>
          <p:nvPr>
            <p:ph idx="5" type="body"/>
          </p:nvPr>
        </p:nvSpPr>
        <p:spPr>
          <a:xfrm>
            <a:off x="711097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91" name="Google Shape;191;p37"/>
          <p:cNvSpPr txBox="1"/>
          <p:nvPr>
            <p:ph idx="6" type="subTitle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2" name="Google Shape;192;p37"/>
          <p:cNvSpPr txBox="1"/>
          <p:nvPr>
            <p:ph idx="7" type="body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3" name="Google Shape;193;p37"/>
          <p:cNvSpPr txBox="1"/>
          <p:nvPr>
            <p:ph idx="8" type="body"/>
          </p:nvPr>
        </p:nvSpPr>
        <p:spPr>
          <a:xfrm>
            <a:off x="711097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94" name="Google Shape;194;p37"/>
          <p:cNvSpPr txBox="1"/>
          <p:nvPr>
            <p:ph idx="9" type="subTitle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5" name="Google Shape;195;p37"/>
          <p:cNvSpPr txBox="1"/>
          <p:nvPr>
            <p:ph idx="13" type="body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6" name="Google Shape;196;p37"/>
          <p:cNvSpPr txBox="1"/>
          <p:nvPr>
            <p:ph idx="14" type="body"/>
          </p:nvPr>
        </p:nvSpPr>
        <p:spPr>
          <a:xfrm>
            <a:off x="4746581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97" name="Google Shape;197;p37"/>
          <p:cNvSpPr txBox="1"/>
          <p:nvPr>
            <p:ph idx="15" type="subTitle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8" name="Google Shape;198;p37"/>
          <p:cNvSpPr txBox="1"/>
          <p:nvPr>
            <p:ph idx="16" type="body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9" name="Google Shape;199;p37"/>
          <p:cNvSpPr txBox="1"/>
          <p:nvPr>
            <p:ph idx="17" type="body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00" name="Google Shape;200;p37"/>
          <p:cNvSpPr txBox="1"/>
          <p:nvPr>
            <p:ph idx="18" type="subTitle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1" name="Google Shape;201;p37"/>
          <p:cNvSpPr txBox="1"/>
          <p:nvPr>
            <p:ph idx="19" type="body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2" name="Google Shape;202;p37"/>
          <p:cNvSpPr txBox="1"/>
          <p:nvPr>
            <p:ph idx="20" type="body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03" name="Google Shape;203;p37"/>
          <p:cNvSpPr txBox="1"/>
          <p:nvPr>
            <p:ph idx="21" type="subTitle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4" name="Google Shape;204;p37"/>
          <p:cNvSpPr txBox="1"/>
          <p:nvPr>
            <p:ph idx="22" type="body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5" name="Google Shape;205;p3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" type="twoColTx">
  <p:cSld name="TITLE_AND_TWO_COLUMNS">
    <p:bg>
      <p:bgPr>
        <a:solidFill>
          <a:schemeClr val="dk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8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i="1" sz="7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09" name="Google Shape;209;p38"/>
          <p:cNvSpPr/>
          <p:nvPr>
            <p:ph idx="2" type="pic"/>
          </p:nvPr>
        </p:nvSpPr>
        <p:spPr>
          <a:xfrm>
            <a:off x="3915225" y="1631250"/>
            <a:ext cx="4441200" cy="300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0" name="Google Shape;210;p38"/>
          <p:cNvSpPr txBox="1"/>
          <p:nvPr>
            <p:ph idx="1" type="body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11" name="Google Shape;211;p38"/>
          <p:cNvSpPr txBox="1"/>
          <p:nvPr>
            <p:ph idx="3" type="subTitle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2" name="Google Shape;212;p3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AND_TWO_COLUMNS_1">
    <p:bg>
      <p:bgPr>
        <a:solidFill>
          <a:schemeClr val="dk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9"/>
          <p:cNvSpPr txBox="1"/>
          <p:nvPr>
            <p:ph idx="1" type="subTitle"/>
          </p:nvPr>
        </p:nvSpPr>
        <p:spPr>
          <a:xfrm>
            <a:off x="791150" y="522625"/>
            <a:ext cx="5173200" cy="97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6" name="Google Shape;216;p39"/>
          <p:cNvSpPr txBox="1"/>
          <p:nvPr>
            <p:ph idx="2" type="body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7" name="Google Shape;217;p39"/>
          <p:cNvSpPr txBox="1"/>
          <p:nvPr>
            <p:ph idx="3" type="body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" name="Google Shape;218;p3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 type="titleOnly">
  <p:cSld name="TITLE_ONLY">
    <p:bg>
      <p:bgPr>
        <a:solidFill>
          <a:schemeClr val="accent4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0"/>
          <p:cNvSpPr/>
          <p:nvPr>
            <p:ph idx="2" type="pic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40"/>
          <p:cNvSpPr/>
          <p:nvPr>
            <p:ph idx="3" type="pic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40"/>
          <p:cNvSpPr/>
          <p:nvPr>
            <p:ph idx="4" type="pic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40"/>
          <p:cNvSpPr/>
          <p:nvPr>
            <p:ph idx="5" type="pic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40"/>
          <p:cNvSpPr txBox="1"/>
          <p:nvPr>
            <p:ph idx="1" type="body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25" name="Google Shape;225;p40"/>
          <p:cNvSpPr txBox="1"/>
          <p:nvPr>
            <p:ph idx="6" type="body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26" name="Google Shape;226;p40"/>
          <p:cNvSpPr txBox="1"/>
          <p:nvPr>
            <p:ph idx="7" type="body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27" name="Google Shape;227;p40"/>
          <p:cNvSpPr txBox="1"/>
          <p:nvPr>
            <p:ph idx="8" type="body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28" name="Google Shape;228;p40"/>
          <p:cNvSpPr txBox="1"/>
          <p:nvPr>
            <p:ph idx="9" type="body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29" name="Google Shape;229;p40"/>
          <p:cNvSpPr txBox="1"/>
          <p:nvPr>
            <p:ph idx="13" type="body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0" name="Google Shape;230;p40"/>
          <p:cNvSpPr txBox="1"/>
          <p:nvPr>
            <p:ph idx="14" type="body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1" name="Google Shape;231;p40"/>
          <p:cNvSpPr txBox="1"/>
          <p:nvPr>
            <p:ph idx="15" type="body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2" name="Google Shape;232;p40"/>
          <p:cNvSpPr txBox="1"/>
          <p:nvPr>
            <p:ph idx="16" type="body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3" name="Google Shape;233;p40"/>
          <p:cNvSpPr txBox="1"/>
          <p:nvPr>
            <p:ph idx="17" type="body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4" name="Google Shape;234;p4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Landscape">
  <p:cSld name="ONE_COLUMN_TEXT">
    <p:bg>
      <p:bgPr>
        <a:solidFill>
          <a:schemeClr val="dk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 txBox="1"/>
          <p:nvPr>
            <p:ph idx="1" type="body"/>
          </p:nvPr>
        </p:nvSpPr>
        <p:spPr>
          <a:xfrm>
            <a:off x="791150" y="738025"/>
            <a:ext cx="39183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37" name="Google Shape;237;p41"/>
          <p:cNvSpPr txBox="1"/>
          <p:nvPr>
            <p:ph idx="2" type="subTitle"/>
          </p:nvPr>
        </p:nvSpPr>
        <p:spPr>
          <a:xfrm>
            <a:off x="791150" y="522625"/>
            <a:ext cx="39183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8" name="Google Shape;238;p4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Trends + Data">
  <p:cSld name="MAIN_POINT">
    <p:bg>
      <p:bgPr>
        <a:solidFill>
          <a:schemeClr val="dk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/>
          <p:nvPr>
            <p:ph idx="1" type="subTitle"/>
          </p:nvPr>
        </p:nvSpPr>
        <p:spPr>
          <a:xfrm>
            <a:off x="690250" y="415625"/>
            <a:ext cx="1261800" cy="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41" name="Google Shape;241;p42"/>
          <p:cNvSpPr txBox="1"/>
          <p:nvPr>
            <p:ph idx="2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/>
        </p:txBody>
      </p:sp>
      <p:sp>
        <p:nvSpPr>
          <p:cNvPr id="242" name="Google Shape;242;p42"/>
          <p:cNvSpPr txBox="1"/>
          <p:nvPr>
            <p:ph idx="3" type="body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3" name="Google Shape;243;p4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14">
    <p:bg>
      <p:bgPr>
        <a:solidFill>
          <a:schemeClr val="dk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 txBox="1"/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6" name="Google Shape;246;p43"/>
          <p:cNvSpPr txBox="1"/>
          <p:nvPr>
            <p:ph idx="2" type="title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7" name="Google Shape;247;p43"/>
          <p:cNvSpPr txBox="1"/>
          <p:nvPr>
            <p:ph idx="3" type="title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8" name="Google Shape;248;p43"/>
          <p:cNvSpPr txBox="1"/>
          <p:nvPr>
            <p:ph idx="4" type="title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9" name="Google Shape;249;p43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50" name="Google Shape;250;p43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51" name="Google Shape;251;p4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/ Thank You">
  <p:cSld name="CUSTOM_13">
    <p:bg>
      <p:bgPr>
        <a:solidFill>
          <a:schemeClr val="lt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54" name="Google Shape;254;p44"/>
          <p:cNvSpPr txBox="1"/>
          <p:nvPr>
            <p:ph idx="1" type="body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5" name="Google Shape;255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TITLE_AND_DESCRIPTION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5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58" name="Google Shape;258;p45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59" name="Google Shape;259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/ Pie Graph">
  <p:cSld name="CAPTION_ONLY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6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46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63" name="Google Shape;263;p46"/>
          <p:cNvSpPr txBox="1"/>
          <p:nvPr>
            <p:ph idx="2" type="body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4" name="Google Shape;264;p4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46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6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fmla="val 8241844" name="adj1"/>
              <a:gd fmla="val 125549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ors / 4 column text">
  <p:cSld name="BIG_NUMBER">
    <p:bg>
      <p:bgPr>
        <a:solidFill>
          <a:schemeClr val="dk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7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69" name="Google Shape;269;p47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2"/>
              </a:solidFill>
            </a:endParaRPr>
          </a:p>
        </p:txBody>
      </p:sp>
      <p:sp>
        <p:nvSpPr>
          <p:cNvPr id="270" name="Google Shape;270;p47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lt1"/>
              </a:solidFill>
            </a:endParaRPr>
          </a:p>
        </p:txBody>
      </p:sp>
      <p:sp>
        <p:nvSpPr>
          <p:cNvPr id="271" name="Google Shape;271;p47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accent5"/>
              </a:solidFill>
            </a:endParaRPr>
          </a:p>
        </p:txBody>
      </p:sp>
      <p:sp>
        <p:nvSpPr>
          <p:cNvPr id="272" name="Google Shape;272;p47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3" name="Google Shape;273;p47"/>
          <p:cNvSpPr txBox="1"/>
          <p:nvPr>
            <p:ph idx="2" type="body"/>
          </p:nvPr>
        </p:nvSpPr>
        <p:spPr>
          <a:xfrm>
            <a:off x="480425" y="610475"/>
            <a:ext cx="48783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74" name="Google Shape;274;p4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8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77" name="Google Shape;277;p48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8" name="Google Shape;278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1">
    <p:bg>
      <p:bgPr>
        <a:solidFill>
          <a:schemeClr val="dk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9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82" name="Google Shape;282;p49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3" name="Google Shape;283;p4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Background Image + Text">
  <p:cSld name="CUSTOM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50"/>
          <p:cNvSpPr txBox="1"/>
          <p:nvPr>
            <p:ph idx="1" type="body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274300" lIns="274300" spcFirstLastPara="1" rIns="27430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87" name="Google Shape;287;p50"/>
          <p:cNvSpPr txBox="1"/>
          <p:nvPr>
            <p:ph idx="3" type="subTitle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0" lIns="274300" spcFirstLastPara="1" rIns="274300" wrap="square" tIns="2743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88" name="Google Shape;288;p50"/>
          <p:cNvSpPr txBox="1"/>
          <p:nvPr>
            <p:ph idx="4" type="body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137150" lIns="137150" spcFirstLastPara="1" rIns="137150" wrap="square" tIns="13715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89" name="Google Shape;289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+ Image">
  <p:cSld name="CUSTOM_1">
    <p:bg>
      <p:bgPr>
        <a:solidFill>
          <a:schemeClr val="lt2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1"/>
          <p:cNvSpPr/>
          <p:nvPr>
            <p:ph idx="2" type="pic"/>
          </p:nvPr>
        </p:nvSpPr>
        <p:spPr>
          <a:xfrm>
            <a:off x="5485725" y="523025"/>
            <a:ext cx="3135300" cy="409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2" name="Google Shape;292;p51"/>
          <p:cNvSpPr txBox="1"/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93" name="Google Shape;293;p51"/>
          <p:cNvSpPr txBox="1"/>
          <p:nvPr>
            <p:ph idx="1" type="body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4" name="Google Shape;294;p5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+ 5 Images">
  <p:cSld name="CUSTOM_2">
    <p:bg>
      <p:bgPr>
        <a:solidFill>
          <a:schemeClr val="dk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2"/>
          <p:cNvSpPr txBox="1"/>
          <p:nvPr>
            <p:ph idx="1" type="body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7" name="Google Shape;297;p52"/>
          <p:cNvSpPr txBox="1"/>
          <p:nvPr>
            <p:ph idx="2" type="body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8" name="Google Shape;298;p52"/>
          <p:cNvSpPr txBox="1"/>
          <p:nvPr>
            <p:ph idx="3" type="body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9" name="Google Shape;299;p52"/>
          <p:cNvSpPr txBox="1"/>
          <p:nvPr>
            <p:ph idx="4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0" name="Google Shape;300;p52"/>
          <p:cNvSpPr txBox="1"/>
          <p:nvPr>
            <p:ph idx="5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1" name="Google Shape;301;p52"/>
          <p:cNvSpPr txBox="1"/>
          <p:nvPr>
            <p:ph idx="6" type="body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302" name="Google Shape;302;p52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" name="Google Shape;303;p52"/>
          <p:cNvSpPr/>
          <p:nvPr>
            <p:ph idx="7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4" name="Google Shape;304;p52"/>
          <p:cNvSpPr/>
          <p:nvPr>
            <p:ph idx="8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5" name="Google Shape;305;p52"/>
          <p:cNvSpPr/>
          <p:nvPr>
            <p:ph idx="9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6" name="Google Shape;306;p52"/>
          <p:cNvSpPr/>
          <p:nvPr>
            <p:ph idx="13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7" name="Google Shape;307;p52"/>
          <p:cNvSpPr/>
          <p:nvPr>
            <p:ph idx="14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8" name="Google Shape;308;p52"/>
          <p:cNvSpPr txBox="1"/>
          <p:nvPr>
            <p:ph idx="15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9" name="Google Shape;309;p52"/>
          <p:cNvSpPr txBox="1"/>
          <p:nvPr>
            <p:ph idx="16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10" name="Google Shape;310;p52"/>
          <p:cNvSpPr txBox="1"/>
          <p:nvPr>
            <p:ph idx="17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1" name="Google Shape;311;p52"/>
          <p:cNvSpPr txBox="1"/>
          <p:nvPr>
            <p:ph idx="18" type="body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2" name="Google Shape;312;p52"/>
          <p:cNvSpPr txBox="1"/>
          <p:nvPr>
            <p:ph idx="19" type="body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3" name="Google Shape;313;p52"/>
          <p:cNvSpPr txBox="1"/>
          <p:nvPr>
            <p:ph idx="20" type="body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4" name="Google Shape;314;p5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y Canvas / Line Graph">
  <p:cSld name="CUSTOM_3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3"/>
          <p:cNvSpPr txBox="1"/>
          <p:nvPr>
            <p:ph idx="1" type="body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7" name="Google Shape;317;p53"/>
          <p:cNvSpPr txBox="1"/>
          <p:nvPr>
            <p:ph idx="2" type="subTitle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18" name="Google Shape;318;p5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4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21" name="Google Shape;321;p54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322" name="Google Shape;322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 / Objectives">
  <p:cSld name="CUSTOM_5">
    <p:bg>
      <p:bgPr>
        <a:solidFill>
          <a:schemeClr val="dk1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5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325" name="Google Shape;325;p55"/>
          <p:cNvSpPr txBox="1"/>
          <p:nvPr>
            <p:ph idx="1" type="body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6" name="Google Shape;326;p55"/>
          <p:cNvSpPr txBox="1"/>
          <p:nvPr>
            <p:ph idx="2" type="body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7" name="Google Shape;327;p55"/>
          <p:cNvSpPr txBox="1"/>
          <p:nvPr>
            <p:ph idx="3" type="body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8" name="Google Shape;328;p55"/>
          <p:cNvSpPr txBox="1"/>
          <p:nvPr>
            <p:ph idx="4" type="body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9" name="Google Shape;329;p55"/>
          <p:cNvSpPr/>
          <p:nvPr>
            <p:ph idx="5" type="pic"/>
          </p:nvPr>
        </p:nvSpPr>
        <p:spPr>
          <a:xfrm>
            <a:off x="7049625" y="15881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0" name="Google Shape;330;p55"/>
          <p:cNvSpPr/>
          <p:nvPr>
            <p:ph idx="6" type="pic"/>
          </p:nvPr>
        </p:nvSpPr>
        <p:spPr>
          <a:xfrm>
            <a:off x="3915213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1" name="Google Shape;331;p55"/>
          <p:cNvSpPr/>
          <p:nvPr>
            <p:ph idx="7" type="pic"/>
          </p:nvPr>
        </p:nvSpPr>
        <p:spPr>
          <a:xfrm>
            <a:off x="5490975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2" name="Google Shape;332;p55"/>
          <p:cNvSpPr txBox="1"/>
          <p:nvPr>
            <p:ph idx="8" type="subTitle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33" name="Google Shape;333;p55"/>
          <p:cNvSpPr txBox="1"/>
          <p:nvPr>
            <p:ph idx="9" type="subTitle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34" name="Google Shape;334;p55"/>
          <p:cNvSpPr txBox="1"/>
          <p:nvPr>
            <p:ph idx="13" type="subTitle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35" name="Google Shape;335;p55"/>
          <p:cNvSpPr txBox="1"/>
          <p:nvPr>
            <p:ph idx="14" type="body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36" name="Google Shape;336;p55"/>
          <p:cNvSpPr txBox="1"/>
          <p:nvPr>
            <p:ph idx="15" type="body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37" name="Google Shape;337;p55"/>
          <p:cNvSpPr txBox="1"/>
          <p:nvPr>
            <p:ph idx="16" type="body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38" name="Google Shape;338;p5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 + 5 Images">
  <p:cSld name="CUSTOM_6">
    <p:bg>
      <p:bgPr>
        <a:solidFill>
          <a:schemeClr val="accent6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6"/>
          <p:cNvSpPr txBox="1"/>
          <p:nvPr>
            <p:ph idx="1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41" name="Google Shape;341;p56"/>
          <p:cNvSpPr txBox="1"/>
          <p:nvPr>
            <p:ph idx="2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342" name="Google Shape;342;p56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56"/>
          <p:cNvSpPr/>
          <p:nvPr>
            <p:ph idx="3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4" name="Google Shape;344;p56"/>
          <p:cNvSpPr/>
          <p:nvPr>
            <p:ph idx="4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5" name="Google Shape;345;p56"/>
          <p:cNvSpPr/>
          <p:nvPr>
            <p:ph idx="5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6" name="Google Shape;346;p56"/>
          <p:cNvSpPr/>
          <p:nvPr>
            <p:ph idx="6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7" name="Google Shape;347;p56"/>
          <p:cNvSpPr/>
          <p:nvPr>
            <p:ph idx="7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8" name="Google Shape;348;p56"/>
          <p:cNvSpPr txBox="1"/>
          <p:nvPr>
            <p:ph idx="8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49" name="Google Shape;349;p56"/>
          <p:cNvSpPr txBox="1"/>
          <p:nvPr>
            <p:ph idx="9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50" name="Google Shape;350;p56"/>
          <p:cNvSpPr txBox="1"/>
          <p:nvPr>
            <p:ph idx="13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1" name="Google Shape;351;p56"/>
          <p:cNvSpPr txBox="1"/>
          <p:nvPr>
            <p:ph idx="14" type="body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2" name="Google Shape;352;p56"/>
          <p:cNvSpPr txBox="1"/>
          <p:nvPr>
            <p:ph idx="15" type="body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3" name="Google Shape;353;p56"/>
          <p:cNvSpPr txBox="1"/>
          <p:nvPr>
            <p:ph idx="16" type="body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4" name="Google Shape;354;p56"/>
          <p:cNvSpPr txBox="1"/>
          <p:nvPr>
            <p:ph idx="17" type="body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5" name="Google Shape;355;p56"/>
          <p:cNvSpPr txBox="1"/>
          <p:nvPr>
            <p:ph idx="18" type="body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6" name="Google Shape;356;p56"/>
          <p:cNvSpPr txBox="1"/>
          <p:nvPr>
            <p:ph idx="19" type="body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7" name="Google Shape;357;p56"/>
          <p:cNvSpPr txBox="1"/>
          <p:nvPr>
            <p:ph idx="20" type="body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8" name="Google Shape;358;p5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Graphic">
  <p:cSld name="CUSTOM_9">
    <p:bg>
      <p:bgPr>
        <a:solidFill>
          <a:schemeClr val="dk1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7"/>
          <p:cNvSpPr txBox="1"/>
          <p:nvPr>
            <p:ph idx="1" type="body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61" name="Google Shape;361;p57"/>
          <p:cNvSpPr txBox="1"/>
          <p:nvPr>
            <p:ph idx="2" type="body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62" name="Google Shape;362;p5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bg>
      <p:bgPr>
        <a:solidFill>
          <a:schemeClr val="dk1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8"/>
          <p:cNvSpPr txBox="1"/>
          <p:nvPr>
            <p:ph idx="1" type="body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65" name="Google Shape;365;p58"/>
          <p:cNvSpPr txBox="1"/>
          <p:nvPr>
            <p:ph idx="2" type="subTitle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66" name="Google Shape;366;p5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9"/>
          <p:cNvSpPr txBox="1"/>
          <p:nvPr>
            <p:ph idx="1" type="body"/>
          </p:nvPr>
        </p:nvSpPr>
        <p:spPr>
          <a:xfrm>
            <a:off x="1132950" y="4035525"/>
            <a:ext cx="6878100" cy="354900"/>
          </a:xfrm>
          <a:prstGeom prst="rect">
            <a:avLst/>
          </a:prstGeom>
          <a:ln cap="flat" cmpd="sng" w="9525">
            <a:solidFill>
              <a:srgbClr val="CFE2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</a:t>
            </a:r>
            <a:r>
              <a:rPr lang="en" sz="1600">
                <a:solidFill>
                  <a:srgbClr val="CFE2F3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A Student-built, Financial AI and Analytics Educational Too</a:t>
            </a:r>
            <a:r>
              <a:rPr lang="en" sz="1600">
                <a:latin typeface="Hepta Slab Medium"/>
                <a:ea typeface="Hepta Slab Medium"/>
                <a:cs typeface="Hepta Slab Medium"/>
                <a:sym typeface="Hepta Slab Medium"/>
              </a:rPr>
              <a:t>l</a:t>
            </a:r>
            <a:endParaRPr sz="1600"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pic>
        <p:nvPicPr>
          <p:cNvPr id="372" name="Google Shape;372;p59" title="Gemini_Generated_Image_mgd4t7mgd4t7mgd4.png"/>
          <p:cNvPicPr preferRelativeResize="0"/>
          <p:nvPr/>
        </p:nvPicPr>
        <p:blipFill rotWithShape="1">
          <a:blip r:embed="rId3">
            <a:alphaModFix/>
          </a:blip>
          <a:srcRect b="16916" l="0" r="0" t="0"/>
          <a:stretch/>
        </p:blipFill>
        <p:spPr>
          <a:xfrm>
            <a:off x="2492125" y="310025"/>
            <a:ext cx="4159749" cy="345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60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-35700" y="0"/>
            <a:ext cx="9210675" cy="514394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60"/>
          <p:cNvSpPr txBox="1"/>
          <p:nvPr/>
        </p:nvSpPr>
        <p:spPr>
          <a:xfrm>
            <a:off x="632575" y="393425"/>
            <a:ext cx="15858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CFE2F3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The Need</a:t>
            </a:r>
            <a:endParaRPr sz="2000">
              <a:solidFill>
                <a:srgbClr val="CFE2F3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379" name="Google Shape;379;p60"/>
          <p:cNvSpPr txBox="1"/>
          <p:nvPr/>
        </p:nvSpPr>
        <p:spPr>
          <a:xfrm>
            <a:off x="800100" y="2571750"/>
            <a:ext cx="2072100" cy="1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rgbClr val="CFE2F3"/>
                </a:solidFill>
                <a:latin typeface="Hepta Slab"/>
                <a:ea typeface="Hepta Slab"/>
                <a:cs typeface="Hepta Slab"/>
                <a:sym typeface="Hepta Slab"/>
              </a:rPr>
              <a:t>Students lack hands-on experience with real financial tools</a:t>
            </a:r>
            <a:endParaRPr sz="1700">
              <a:solidFill>
                <a:srgbClr val="CFE2F3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  <p:sp>
        <p:nvSpPr>
          <p:cNvPr id="380" name="Google Shape;380;p60"/>
          <p:cNvSpPr txBox="1"/>
          <p:nvPr/>
        </p:nvSpPr>
        <p:spPr>
          <a:xfrm>
            <a:off x="3466400" y="2571750"/>
            <a:ext cx="2232900" cy="1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rgbClr val="CFE2F3"/>
                </a:solidFill>
                <a:latin typeface="Hepta Slab"/>
                <a:ea typeface="Hepta Slab"/>
                <a:cs typeface="Hepta Slab"/>
                <a:sym typeface="Hepta Slab"/>
              </a:rPr>
              <a:t>Classroom learning doesn’t fully replicate real-world decision-making</a:t>
            </a:r>
            <a:endParaRPr sz="1700">
              <a:solidFill>
                <a:srgbClr val="CFE2F3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  <p:sp>
        <p:nvSpPr>
          <p:cNvPr id="381" name="Google Shape;381;p60"/>
          <p:cNvSpPr txBox="1"/>
          <p:nvPr/>
        </p:nvSpPr>
        <p:spPr>
          <a:xfrm>
            <a:off x="6208575" y="2571750"/>
            <a:ext cx="2232900" cy="1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rgbClr val="CFE2F3"/>
                </a:solidFill>
                <a:latin typeface="Hepta Slab"/>
                <a:ea typeface="Hepta Slab"/>
                <a:cs typeface="Hepta Slab"/>
                <a:sym typeface="Hepta Slab"/>
              </a:rPr>
              <a:t>Limited access to application development </a:t>
            </a:r>
            <a:endParaRPr sz="1700">
              <a:solidFill>
                <a:srgbClr val="CFE2F3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61"/>
          <p:cNvPicPr preferRelativeResize="0"/>
          <p:nvPr/>
        </p:nvPicPr>
        <p:blipFill rotWithShape="1">
          <a:blip r:embed="rId3">
            <a:alphaModFix/>
          </a:blip>
          <a:srcRect b="0" l="0" r="0" t="10"/>
          <a:stretch/>
        </p:blipFill>
        <p:spPr>
          <a:xfrm>
            <a:off x="-35700" y="0"/>
            <a:ext cx="9210675" cy="5144389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61"/>
          <p:cNvSpPr txBox="1"/>
          <p:nvPr/>
        </p:nvSpPr>
        <p:spPr>
          <a:xfrm>
            <a:off x="607200" y="378425"/>
            <a:ext cx="23814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CFE2F3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The Product</a:t>
            </a:r>
            <a:endParaRPr sz="2000">
              <a:solidFill>
                <a:srgbClr val="CFE2F3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388" name="Google Shape;388;p61"/>
          <p:cNvSpPr txBox="1"/>
          <p:nvPr/>
        </p:nvSpPr>
        <p:spPr>
          <a:xfrm>
            <a:off x="793750" y="3165925"/>
            <a:ext cx="34977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rgbClr val="CFE2F3"/>
                </a:solidFill>
                <a:latin typeface="Hepta Slab"/>
                <a:ea typeface="Hepta Slab"/>
                <a:cs typeface="Hepta Slab"/>
                <a:sym typeface="Hepta Slab"/>
              </a:rPr>
              <a:t>A financial AI and analytics educational application designed by students</a:t>
            </a:r>
            <a:endParaRPr sz="17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89" name="Google Shape;389;p61"/>
          <p:cNvSpPr txBox="1"/>
          <p:nvPr/>
        </p:nvSpPr>
        <p:spPr>
          <a:xfrm>
            <a:off x="5772150" y="2486863"/>
            <a:ext cx="27381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CFE2F3"/>
                </a:solidFill>
                <a:latin typeface="Hepta Slab"/>
                <a:ea typeface="Hepta Slab"/>
                <a:cs typeface="Hepta Slab"/>
                <a:sym typeface="Hepta Slab"/>
              </a:rPr>
              <a:t>Track &amp; analyze portfolio performance</a:t>
            </a:r>
            <a:endParaRPr sz="1700">
              <a:solidFill>
                <a:srgbClr val="CFE2F3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  <p:sp>
        <p:nvSpPr>
          <p:cNvPr id="390" name="Google Shape;390;p61"/>
          <p:cNvSpPr txBox="1"/>
          <p:nvPr/>
        </p:nvSpPr>
        <p:spPr>
          <a:xfrm>
            <a:off x="5772150" y="1661975"/>
            <a:ext cx="2738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CFE2F3"/>
                </a:solidFill>
                <a:latin typeface="Hepta Slab"/>
                <a:ea typeface="Hepta Slab"/>
                <a:cs typeface="Hepta Slab"/>
                <a:sym typeface="Hepta Slab"/>
              </a:rPr>
              <a:t>Stock market research</a:t>
            </a:r>
            <a:endParaRPr sz="1700">
              <a:solidFill>
                <a:srgbClr val="CFE2F3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  <p:sp>
        <p:nvSpPr>
          <p:cNvPr id="391" name="Google Shape;391;p61"/>
          <p:cNvSpPr txBox="1"/>
          <p:nvPr/>
        </p:nvSpPr>
        <p:spPr>
          <a:xfrm>
            <a:off x="5772150" y="3729200"/>
            <a:ext cx="2738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CFE2F3"/>
                </a:solidFill>
                <a:latin typeface="Hepta Slab"/>
                <a:ea typeface="Hepta Slab"/>
                <a:cs typeface="Hepta Slab"/>
                <a:sym typeface="Hepta Slab"/>
              </a:rPr>
              <a:t>Build practical skills</a:t>
            </a:r>
            <a:endParaRPr sz="1700">
              <a:solidFill>
                <a:srgbClr val="CFE2F3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62"/>
          <p:cNvPicPr preferRelativeResize="0"/>
          <p:nvPr/>
        </p:nvPicPr>
        <p:blipFill rotWithShape="1">
          <a:blip r:embed="rId3">
            <a:alphaModFix/>
          </a:blip>
          <a:srcRect b="0" l="0" r="0" t="10"/>
          <a:stretch/>
        </p:blipFill>
        <p:spPr>
          <a:xfrm>
            <a:off x="-33338" y="-450"/>
            <a:ext cx="9210675" cy="514438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62"/>
          <p:cNvSpPr txBox="1"/>
          <p:nvPr/>
        </p:nvSpPr>
        <p:spPr>
          <a:xfrm>
            <a:off x="589650" y="417275"/>
            <a:ext cx="28167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CFE2F3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Impact &amp; Progress</a:t>
            </a:r>
            <a:endParaRPr sz="2000">
              <a:solidFill>
                <a:srgbClr val="CFE2F3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398" name="Google Shape;398;p62"/>
          <p:cNvSpPr txBox="1"/>
          <p:nvPr/>
        </p:nvSpPr>
        <p:spPr>
          <a:xfrm>
            <a:off x="589650" y="1035300"/>
            <a:ext cx="6449700" cy="20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CFE2F3"/>
              </a:buClr>
              <a:buSzPts val="1700"/>
              <a:buFont typeface="Hepta Slab"/>
              <a:buChar char="❖"/>
            </a:pPr>
            <a:r>
              <a:rPr lang="en" sz="1700">
                <a:solidFill>
                  <a:srgbClr val="CFE2F3"/>
                </a:solidFill>
                <a:latin typeface="Hepta Slab"/>
                <a:ea typeface="Hepta Slab"/>
                <a:cs typeface="Hepta Slab"/>
                <a:sym typeface="Hepta Slab"/>
              </a:rPr>
              <a:t>What our section has already done:</a:t>
            </a:r>
            <a:endParaRPr sz="1700">
              <a:solidFill>
                <a:srgbClr val="CFE2F3"/>
              </a:solidFill>
              <a:latin typeface="Hepta Slab"/>
              <a:ea typeface="Hepta Slab"/>
              <a:cs typeface="Hepta Slab"/>
              <a:sym typeface="Hepta Slab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1700"/>
              <a:buFont typeface="Hepta Slab"/>
              <a:buChar char="➢"/>
            </a:pPr>
            <a:r>
              <a:rPr lang="en" sz="1700">
                <a:solidFill>
                  <a:srgbClr val="CFE2F3"/>
                </a:solidFill>
                <a:latin typeface="Hepta Slab"/>
                <a:ea typeface="Hepta Slab"/>
                <a:cs typeface="Hepta Slab"/>
                <a:sym typeface="Hepta Slab"/>
              </a:rPr>
              <a:t>Improved usability and functionality of the platform</a:t>
            </a:r>
            <a:endParaRPr sz="1700">
              <a:solidFill>
                <a:srgbClr val="CFE2F3"/>
              </a:solidFill>
              <a:latin typeface="Hepta Slab"/>
              <a:ea typeface="Hepta Slab"/>
              <a:cs typeface="Hepta Slab"/>
              <a:sym typeface="Hepta Slab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1700"/>
              <a:buFont typeface="Hepta Slab"/>
              <a:buChar char="➢"/>
            </a:pPr>
            <a:r>
              <a:rPr lang="en" sz="1700">
                <a:solidFill>
                  <a:srgbClr val="CFE2F3"/>
                </a:solidFill>
                <a:latin typeface="Hepta Slab"/>
                <a:ea typeface="Hepta Slab"/>
                <a:cs typeface="Hepta Slab"/>
                <a:sym typeface="Hepta Slab"/>
              </a:rPr>
              <a:t>Designed with input from students/alumni</a:t>
            </a:r>
            <a:endParaRPr sz="1700">
              <a:solidFill>
                <a:srgbClr val="CFE2F3"/>
              </a:solidFill>
              <a:latin typeface="Hepta Slab"/>
              <a:ea typeface="Hepta Slab"/>
              <a:cs typeface="Hepta Slab"/>
              <a:sym typeface="Hepta Slab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1700"/>
              <a:buFont typeface="Hepta Slab"/>
              <a:buChar char="➢"/>
            </a:pPr>
            <a:r>
              <a:rPr lang="en" sz="1700">
                <a:solidFill>
                  <a:srgbClr val="CFE2F3"/>
                </a:solidFill>
                <a:latin typeface="Hepta Slab"/>
                <a:ea typeface="Hepta Slab"/>
                <a:cs typeface="Hepta Slab"/>
                <a:sym typeface="Hepta Slab"/>
              </a:rPr>
              <a:t>Built for continued use by future classes</a:t>
            </a:r>
            <a:endParaRPr sz="1700">
              <a:solidFill>
                <a:srgbClr val="CFE2F3"/>
              </a:solidFill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 sz="1600">
              <a:solidFill>
                <a:srgbClr val="CFE2F3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  <p:sp>
        <p:nvSpPr>
          <p:cNvPr id="399" name="Google Shape;399;p62"/>
          <p:cNvSpPr txBox="1"/>
          <p:nvPr/>
        </p:nvSpPr>
        <p:spPr>
          <a:xfrm>
            <a:off x="589650" y="3439375"/>
            <a:ext cx="71151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1C232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Bridges the gap between academic concepts and real-world financial practice</a:t>
            </a:r>
            <a:endParaRPr sz="1600">
              <a:solidFill>
                <a:srgbClr val="F1C232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63"/>
          <p:cNvPicPr preferRelativeResize="0"/>
          <p:nvPr/>
        </p:nvPicPr>
        <p:blipFill rotWithShape="1">
          <a:blip r:embed="rId3">
            <a:alphaModFix/>
          </a:blip>
          <a:srcRect b="0" l="0" r="0" t="10"/>
          <a:stretch/>
        </p:blipFill>
        <p:spPr>
          <a:xfrm>
            <a:off x="-35700" y="0"/>
            <a:ext cx="9210675" cy="5144389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63"/>
          <p:cNvSpPr txBox="1"/>
          <p:nvPr/>
        </p:nvSpPr>
        <p:spPr>
          <a:xfrm>
            <a:off x="630475" y="349250"/>
            <a:ext cx="39414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CFE2F3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Ways to Engage</a:t>
            </a:r>
            <a:endParaRPr sz="2000">
              <a:solidFill>
                <a:srgbClr val="CFE2F3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406" name="Google Shape;406;p63"/>
          <p:cNvSpPr txBox="1"/>
          <p:nvPr/>
        </p:nvSpPr>
        <p:spPr>
          <a:xfrm>
            <a:off x="764550" y="1161725"/>
            <a:ext cx="74838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1C232"/>
                </a:solidFill>
                <a:latin typeface="Hepta Slab"/>
                <a:ea typeface="Hepta Slab"/>
                <a:cs typeface="Hepta Slab"/>
                <a:sym typeface="Hepta Slab"/>
              </a:rPr>
              <a:t>We’re looking for professionals and alumni to help support and refine this platform!</a:t>
            </a:r>
            <a:endParaRPr sz="1700">
              <a:solidFill>
                <a:srgbClr val="F1C232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  <p:sp>
        <p:nvSpPr>
          <p:cNvPr id="407" name="Google Shape;407;p63"/>
          <p:cNvSpPr txBox="1"/>
          <p:nvPr/>
        </p:nvSpPr>
        <p:spPr>
          <a:xfrm>
            <a:off x="764550" y="3158900"/>
            <a:ext cx="22800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rgbClr val="CFE2F3"/>
                </a:solidFill>
                <a:latin typeface="Hepta Slab"/>
                <a:ea typeface="Hepta Slab"/>
                <a:cs typeface="Hepta Slab"/>
                <a:sym typeface="Hepta Slab"/>
              </a:rPr>
              <a:t>Provide feedback on real-world relevance</a:t>
            </a: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08" name="Google Shape;408;p63"/>
          <p:cNvSpPr txBox="1"/>
          <p:nvPr/>
        </p:nvSpPr>
        <p:spPr>
          <a:xfrm>
            <a:off x="3465375" y="3158825"/>
            <a:ext cx="22290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rgbClr val="CFE2F3"/>
                </a:solidFill>
                <a:latin typeface="Hepta Slab"/>
                <a:ea typeface="Hepta Slab"/>
                <a:cs typeface="Hepta Slab"/>
                <a:sym typeface="Hepta Slab"/>
              </a:rPr>
              <a:t>Mentor students developing the tool</a:t>
            </a:r>
            <a:endParaRPr sz="17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09" name="Google Shape;409;p63"/>
          <p:cNvSpPr txBox="1"/>
          <p:nvPr/>
        </p:nvSpPr>
        <p:spPr>
          <a:xfrm>
            <a:off x="6083875" y="3143250"/>
            <a:ext cx="22290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rgbClr val="CFE2F3"/>
                </a:solidFill>
                <a:latin typeface="Hepta Slab"/>
                <a:ea typeface="Hepta Slab"/>
                <a:cs typeface="Hepta Slab"/>
                <a:sym typeface="Hepta Slab"/>
              </a:rPr>
              <a:t>Support continued development</a:t>
            </a:r>
            <a:endParaRPr sz="1700">
              <a:solidFill>
                <a:srgbClr val="CFE2F3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